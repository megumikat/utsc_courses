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8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2105"/>
  </p:normalViewPr>
  <p:slideViewPr>
    <p:cSldViewPr snapToGrid="0">
      <p:cViewPr varScale="1">
        <p:scale>
          <a:sx n="50" d="100"/>
          <a:sy n="50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C9A56-721B-D1C9-B7B5-D7EEA24F6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A2F485-6B66-B91C-C9A0-D1C1DA5E6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3CC08-B344-2D5E-D0EF-67665ED7E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F66E2-31DE-E942-0AF4-A239B4AA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566B02-081D-399C-5A4F-4A7E451A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072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3A1A8-6202-25B3-B32A-F453B616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ACB012-B185-B0B6-1BA9-2E2D0E2CA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A7966F-5647-EFFB-4A2A-AC1E13C8C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11809F-E5BA-EA4B-83CE-89C3E7F6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D046B4-998C-402C-623D-25048F49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42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BB879-AC8D-2E43-99F8-A0024A30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FF290C-F5FE-DC24-84B8-DA4543382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59E6D3-1840-EBD5-285A-A7AD43EF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8B52F-2C77-8240-39C7-EEA31CE6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BDD1FA-3BC6-5486-6316-A4B7BC9F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4506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C408E-AF23-85C0-660F-440CAD84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0D71C-EB18-FBE5-F2F0-1F6863E44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E22DB3-E31D-942C-91BE-C22BF6899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2B5808-077A-353B-24D4-5FFC0153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650E58-0898-A769-0218-575F5894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D00A4B-8011-EF53-0DE6-DE954966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1889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CDBA9-31D1-A425-7B9A-DC12E6D9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1CE428-9A44-6A09-7DD3-02BBE66B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93CFB2-6CA8-A8AE-15D4-6BD86923D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0648511-487E-625D-2FDB-6A0DAF22C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C56FBA-BC70-38BC-BCFA-70B7CA71A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292E08-BC60-1ACC-63C0-12CC3E315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74E63E-A7E1-8E4A-73B2-B045481E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6E8D9D-7BD7-0FD8-F9C7-19998CFD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8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9CEA4-CE5C-9DC8-82F8-846D4ADE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3AAB77-C725-469B-07B6-622A8075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098231-0EFD-2AA3-2FCC-A031756B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B37FD7-68B6-0B1C-C043-9ECA34BD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9482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497D89-2144-6622-2035-A364439C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3BA30C-DC4D-FB72-E098-454053FA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BF2F45-7EFE-8451-898B-17C6B05AD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2524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F47063-2CE0-0C0D-6CC9-0BEF5528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D72DD4-A089-AD44-DD90-C9526387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501A01-143E-0FAD-71CE-9E6030578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22B2A2-7DB4-77C6-B4DF-A75D61EE3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95C6F-0926-6CBA-4700-B7EC59D19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534E6A-F49E-2936-A274-2F98DA5A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522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FCAA3-DAB6-BE93-24B9-C8AEB11D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10F6B9-1DE6-5EE9-DBBD-E6165D9A7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94BE6F-3977-D81C-3C6C-71EE2D238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D358B0-443C-DEAF-8A0D-46392738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49B733-E3DF-5376-AB41-230A5030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7A287D-3693-E990-95F1-A1661365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79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77C97-815D-5F7B-7DAE-935A7E276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550935-66D0-F4F8-B809-045AB009F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9DCE7-01DA-DF74-C5A0-92B0FE558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D72ED5-6C46-E884-A6D9-7838EE6F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9FA492-3E7B-CF85-5BB3-9B8F0A17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7538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8D511F-E2E4-C0AF-7EF0-397FEC32E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B9FF7B-7AAD-FC27-136B-E5AA29871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4AC732-CD3D-4278-81FE-F93C108C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0F3A69-9589-E2F5-9830-EA7328CF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12BC4-D92B-EC51-397D-512F6B41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88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176C65-86FE-7431-6B0C-410EBE33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DF2DA4-F1D0-56EC-37DA-D9EAA36A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61D79A-4FB5-868A-8209-09CD6895D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DD518-D8A3-ED4B-A2B4-462A1961C0DC}" type="datetimeFigureOut">
              <a:rPr kumimoji="1" lang="zh-CN" altLang="en-US" smtClean="0"/>
              <a:t>2024/3/4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635FFE-1F42-D5E0-33B2-1BC893637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CD0B9-7B27-4403-4B84-FE067C04F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3E305-2222-8545-AAFA-8DA9DC6A8A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14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0D10E47-D20A-5C88-5318-F46631B47FDD}"/>
              </a:ext>
            </a:extLst>
          </p:cNvPr>
          <p:cNvGrpSpPr/>
          <p:nvPr/>
        </p:nvGrpSpPr>
        <p:grpSpPr>
          <a:xfrm>
            <a:off x="1958010" y="1580321"/>
            <a:ext cx="964095" cy="834888"/>
            <a:chOff x="1958010" y="1580321"/>
            <a:chExt cx="964095" cy="834888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0C20540B-F35E-5880-2E3A-0722C7F4615F}"/>
                </a:ext>
              </a:extLst>
            </p:cNvPr>
            <p:cNvSpPr/>
            <p:nvPr/>
          </p:nvSpPr>
          <p:spPr>
            <a:xfrm>
              <a:off x="1997766" y="1580321"/>
              <a:ext cx="874643" cy="8348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B15D4A9-F39A-B592-222D-810E33C7B31D}"/>
                </a:ext>
              </a:extLst>
            </p:cNvPr>
            <p:cNvSpPr txBox="1"/>
            <p:nvPr/>
          </p:nvSpPr>
          <p:spPr>
            <a:xfrm>
              <a:off x="1958010" y="1779103"/>
              <a:ext cx="964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(0, 0)</a:t>
              </a:r>
              <a:endParaRPr kumimoji="1" lang="zh-CN" altLang="en-US" dirty="0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207EE8B-BD7D-C922-8A0B-6D9518BEFE50}"/>
              </a:ext>
            </a:extLst>
          </p:cNvPr>
          <p:cNvSpPr txBox="1"/>
          <p:nvPr/>
        </p:nvSpPr>
        <p:spPr>
          <a:xfrm>
            <a:off x="347870" y="318052"/>
            <a:ext cx="180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format (L, R)</a:t>
            </a:r>
            <a:endParaRPr kumimoji="1"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D869767-3CEC-620B-1BC7-0C3F5AB80B4E}"/>
              </a:ext>
            </a:extLst>
          </p:cNvPr>
          <p:cNvGrpSpPr/>
          <p:nvPr/>
        </p:nvGrpSpPr>
        <p:grpSpPr>
          <a:xfrm>
            <a:off x="4601817" y="1591841"/>
            <a:ext cx="964095" cy="834888"/>
            <a:chOff x="1958010" y="1580321"/>
            <a:chExt cx="964095" cy="834888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7E75959-48B7-644C-2F82-7C83D5AFD6CC}"/>
                </a:ext>
              </a:extLst>
            </p:cNvPr>
            <p:cNvSpPr/>
            <p:nvPr/>
          </p:nvSpPr>
          <p:spPr>
            <a:xfrm>
              <a:off x="1997766" y="1580321"/>
              <a:ext cx="874643" cy="8348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FA89F8E-F16A-589B-289C-4044D055EEC6}"/>
                </a:ext>
              </a:extLst>
            </p:cNvPr>
            <p:cNvSpPr txBox="1"/>
            <p:nvPr/>
          </p:nvSpPr>
          <p:spPr>
            <a:xfrm>
              <a:off x="1958010" y="1779103"/>
              <a:ext cx="964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(0, 1)</a:t>
              </a:r>
              <a:endParaRPr kumimoji="1" lang="zh-CN" altLang="en-US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6FE0538-5CE9-0F9F-3DAD-496262C9864A}"/>
              </a:ext>
            </a:extLst>
          </p:cNvPr>
          <p:cNvGrpSpPr/>
          <p:nvPr/>
        </p:nvGrpSpPr>
        <p:grpSpPr>
          <a:xfrm>
            <a:off x="7250597" y="1591841"/>
            <a:ext cx="964095" cy="834888"/>
            <a:chOff x="1958010" y="1580321"/>
            <a:chExt cx="964095" cy="83488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C6F2527-B384-0266-1211-4FA681EED5CF}"/>
                </a:ext>
              </a:extLst>
            </p:cNvPr>
            <p:cNvSpPr/>
            <p:nvPr/>
          </p:nvSpPr>
          <p:spPr>
            <a:xfrm>
              <a:off x="1997766" y="1580321"/>
              <a:ext cx="874643" cy="8348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8233E8F-F5EC-FAA2-8638-5A5F3784C8AC}"/>
                </a:ext>
              </a:extLst>
            </p:cNvPr>
            <p:cNvSpPr txBox="1"/>
            <p:nvPr/>
          </p:nvSpPr>
          <p:spPr>
            <a:xfrm>
              <a:off x="1958010" y="1779103"/>
              <a:ext cx="964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(1, 1)</a:t>
              </a:r>
              <a:endParaRPr kumimoji="1"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B4B48A0-EA05-DCD6-FDC5-E8C8DA0A0273}"/>
              </a:ext>
            </a:extLst>
          </p:cNvPr>
          <p:cNvGrpSpPr/>
          <p:nvPr/>
        </p:nvGrpSpPr>
        <p:grpSpPr>
          <a:xfrm>
            <a:off x="4596846" y="3863158"/>
            <a:ext cx="964095" cy="834888"/>
            <a:chOff x="1958010" y="1580321"/>
            <a:chExt cx="964095" cy="83488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3B138E2A-3C9B-3594-91C5-087FF27FE737}"/>
                </a:ext>
              </a:extLst>
            </p:cNvPr>
            <p:cNvSpPr/>
            <p:nvPr/>
          </p:nvSpPr>
          <p:spPr>
            <a:xfrm>
              <a:off x="1997766" y="1580321"/>
              <a:ext cx="874643" cy="8348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765CA13-C1F3-1363-F96D-E69E5B6FE016}"/>
                </a:ext>
              </a:extLst>
            </p:cNvPr>
            <p:cNvSpPr txBox="1"/>
            <p:nvPr/>
          </p:nvSpPr>
          <p:spPr>
            <a:xfrm>
              <a:off x="1958010" y="1779103"/>
              <a:ext cx="964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(1, 0)</a:t>
              </a:r>
              <a:endParaRPr kumimoji="1" lang="zh-CN" altLang="en-US" dirty="0"/>
            </a:p>
          </p:txBody>
        </p:sp>
      </p:grp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B6D68347-942C-0B6E-B0D8-2DE016D7126F}"/>
              </a:ext>
            </a:extLst>
          </p:cNvPr>
          <p:cNvCxnSpPr>
            <a:cxnSpLocks/>
          </p:cNvCxnSpPr>
          <p:nvPr/>
        </p:nvCxnSpPr>
        <p:spPr>
          <a:xfrm>
            <a:off x="2912166" y="1986245"/>
            <a:ext cx="1679712" cy="1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FA73B9C2-6485-588D-5C38-26DA0EEBA785}"/>
              </a:ext>
            </a:extLst>
          </p:cNvPr>
          <p:cNvCxnSpPr>
            <a:cxnSpLocks/>
          </p:cNvCxnSpPr>
          <p:nvPr/>
        </p:nvCxnSpPr>
        <p:spPr>
          <a:xfrm>
            <a:off x="5551008" y="1989409"/>
            <a:ext cx="1679712" cy="1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236DB510-BD64-9EFA-315D-EFAE3EBEEEF1}"/>
              </a:ext>
            </a:extLst>
          </p:cNvPr>
          <p:cNvCxnSpPr>
            <a:endCxn id="17" idx="3"/>
          </p:cNvCxnSpPr>
          <p:nvPr/>
        </p:nvCxnSpPr>
        <p:spPr>
          <a:xfrm flipH="1">
            <a:off x="5560941" y="2426729"/>
            <a:ext cx="2042494" cy="1819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413EB71-43DD-2D2A-F255-C84EC66EA6E9}"/>
              </a:ext>
            </a:extLst>
          </p:cNvPr>
          <p:cNvCxnSpPr>
            <a:stCxn id="16" idx="0"/>
            <a:endCxn id="10" idx="4"/>
          </p:cNvCxnSpPr>
          <p:nvPr/>
        </p:nvCxnSpPr>
        <p:spPr>
          <a:xfrm flipV="1">
            <a:off x="5073924" y="2426729"/>
            <a:ext cx="4971" cy="1436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4DF81FB8-10EA-9ECF-914C-D5AE8BF8338E}"/>
              </a:ext>
            </a:extLst>
          </p:cNvPr>
          <p:cNvCxnSpPr>
            <a:stCxn id="17" idx="1"/>
            <a:endCxn id="5" idx="4"/>
          </p:cNvCxnSpPr>
          <p:nvPr/>
        </p:nvCxnSpPr>
        <p:spPr>
          <a:xfrm flipH="1" flipV="1">
            <a:off x="2435088" y="2415209"/>
            <a:ext cx="2161758" cy="1831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曲线连接符 27">
            <a:extLst>
              <a:ext uri="{FF2B5EF4-FFF2-40B4-BE49-F238E27FC236}">
                <a16:creationId xmlns:a16="http://schemas.microsoft.com/office/drawing/2014/main" id="{BA355554-530D-2A4F-B448-5CE96282F31D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16200000" flipH="1" flipV="1">
            <a:off x="2004825" y="1533506"/>
            <a:ext cx="383448" cy="477078"/>
          </a:xfrm>
          <a:prstGeom prst="curvedConnector4">
            <a:avLst>
              <a:gd name="adj1" fmla="val -59617"/>
              <a:gd name="adj2" fmla="val 1479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曲线连接符 29">
            <a:extLst>
              <a:ext uri="{FF2B5EF4-FFF2-40B4-BE49-F238E27FC236}">
                <a16:creationId xmlns:a16="http://schemas.microsoft.com/office/drawing/2014/main" id="{032894E9-0902-7706-5EE6-113B89710634}"/>
              </a:ext>
            </a:extLst>
          </p:cNvPr>
          <p:cNvCxnSpPr>
            <a:stCxn id="10" idx="1"/>
            <a:endCxn id="10" idx="7"/>
          </p:cNvCxnSpPr>
          <p:nvPr/>
        </p:nvCxnSpPr>
        <p:spPr>
          <a:xfrm rot="5400000" flipH="1" flipV="1">
            <a:off x="5078894" y="1404876"/>
            <a:ext cx="12700" cy="618465"/>
          </a:xfrm>
          <a:prstGeom prst="curvedConnector3">
            <a:avLst>
              <a:gd name="adj1" fmla="val 48757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曲线连接符 32">
            <a:extLst>
              <a:ext uri="{FF2B5EF4-FFF2-40B4-BE49-F238E27FC236}">
                <a16:creationId xmlns:a16="http://schemas.microsoft.com/office/drawing/2014/main" id="{C6434CE6-43F2-2D74-1BE7-3CEC21856311}"/>
              </a:ext>
            </a:extLst>
          </p:cNvPr>
          <p:cNvCxnSpPr>
            <a:stCxn id="13" idx="0"/>
            <a:endCxn id="14" idx="3"/>
          </p:cNvCxnSpPr>
          <p:nvPr/>
        </p:nvCxnSpPr>
        <p:spPr>
          <a:xfrm rot="16200000" flipH="1">
            <a:off x="7779459" y="1540057"/>
            <a:ext cx="383448" cy="487017"/>
          </a:xfrm>
          <a:prstGeom prst="curvedConnector4">
            <a:avLst>
              <a:gd name="adj1" fmla="val -59617"/>
              <a:gd name="adj2" fmla="val 1469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曲线连接符 34">
            <a:extLst>
              <a:ext uri="{FF2B5EF4-FFF2-40B4-BE49-F238E27FC236}">
                <a16:creationId xmlns:a16="http://schemas.microsoft.com/office/drawing/2014/main" id="{D7D6E623-E583-43C1-8B1F-8C6632C38A76}"/>
              </a:ext>
            </a:extLst>
          </p:cNvPr>
          <p:cNvCxnSpPr>
            <a:stCxn id="16" idx="5"/>
            <a:endCxn id="16" idx="3"/>
          </p:cNvCxnSpPr>
          <p:nvPr/>
        </p:nvCxnSpPr>
        <p:spPr>
          <a:xfrm rot="5400000">
            <a:off x="5073924" y="4266547"/>
            <a:ext cx="12700" cy="618465"/>
          </a:xfrm>
          <a:prstGeom prst="curvedConnector3">
            <a:avLst>
              <a:gd name="adj1" fmla="val 52670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E3FC52D7-141E-9D07-8F94-71517AAF0A43}"/>
              </a:ext>
            </a:extLst>
          </p:cNvPr>
          <p:cNvSpPr txBox="1"/>
          <p:nvPr/>
        </p:nvSpPr>
        <p:spPr>
          <a:xfrm>
            <a:off x="4601817" y="754356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10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8578B89-0A09-ABD9-5FDA-15380AC83CA6}"/>
              </a:ext>
            </a:extLst>
          </p:cNvPr>
          <p:cNvSpPr txBox="1"/>
          <p:nvPr/>
        </p:nvSpPr>
        <p:spPr>
          <a:xfrm>
            <a:off x="1618155" y="1016383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0X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E83BE38-F8C4-FA99-8002-576F83A9F274}"/>
              </a:ext>
            </a:extLst>
          </p:cNvPr>
          <p:cNvSpPr txBox="1"/>
          <p:nvPr/>
        </p:nvSpPr>
        <p:spPr>
          <a:xfrm>
            <a:off x="3211180" y="1631008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1X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55FC15D-216F-0960-1CAD-F17547F29EC1}"/>
              </a:ext>
            </a:extLst>
          </p:cNvPr>
          <p:cNvSpPr txBox="1"/>
          <p:nvPr/>
        </p:nvSpPr>
        <p:spPr>
          <a:xfrm>
            <a:off x="5824891" y="1620075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X1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117BBD9-A221-BB3D-3333-FE98C56764EC}"/>
              </a:ext>
            </a:extLst>
          </p:cNvPr>
          <p:cNvSpPr txBox="1"/>
          <p:nvPr/>
        </p:nvSpPr>
        <p:spPr>
          <a:xfrm>
            <a:off x="7654496" y="997494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1X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54C0327-5B84-316E-C943-41515687DAC1}"/>
              </a:ext>
            </a:extLst>
          </p:cNvPr>
          <p:cNvSpPr txBox="1"/>
          <p:nvPr/>
        </p:nvSpPr>
        <p:spPr>
          <a:xfrm>
            <a:off x="6491373" y="3409688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0X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B7E08E9-4CAD-DCCA-6833-A3F04ED3E4FC}"/>
              </a:ext>
            </a:extLst>
          </p:cNvPr>
          <p:cNvSpPr txBox="1"/>
          <p:nvPr/>
        </p:nvSpPr>
        <p:spPr>
          <a:xfrm>
            <a:off x="4501880" y="5312243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00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BE6AB33-A7AC-D0EC-DC30-091746672736}"/>
              </a:ext>
            </a:extLst>
          </p:cNvPr>
          <p:cNvSpPr txBox="1"/>
          <p:nvPr/>
        </p:nvSpPr>
        <p:spPr>
          <a:xfrm>
            <a:off x="2595235" y="3407657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01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6947BB9-9586-DB9C-9C2E-86312A5803A6}"/>
              </a:ext>
            </a:extLst>
          </p:cNvPr>
          <p:cNvSpPr txBox="1"/>
          <p:nvPr/>
        </p:nvSpPr>
        <p:spPr>
          <a:xfrm>
            <a:off x="5242612" y="2922819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1X</a:t>
            </a:r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1706D9-BDB6-AEC1-4AEF-B8F50B1D745E}"/>
              </a:ext>
            </a:extLst>
          </p:cNvPr>
          <p:cNvSpPr txBox="1"/>
          <p:nvPr/>
        </p:nvSpPr>
        <p:spPr>
          <a:xfrm>
            <a:off x="1325787" y="1966484"/>
            <a:ext cx="759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initial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3320717-CBBA-8475-5EF4-E0A0EA49D40F}"/>
              </a:ext>
            </a:extLst>
          </p:cNvPr>
          <p:cNvSpPr txBox="1"/>
          <p:nvPr/>
        </p:nvSpPr>
        <p:spPr>
          <a:xfrm>
            <a:off x="8254448" y="2148435"/>
            <a:ext cx="87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climax</a:t>
            </a:r>
            <a:endParaRPr kumimoji="1" lang="zh-CN" altLang="en-US" dirty="0"/>
          </a:p>
        </p:txBody>
      </p:sp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1FA6F376-C22F-9B75-65A3-8F3633EAAB84}"/>
              </a:ext>
            </a:extLst>
          </p:cNvPr>
          <p:cNvCxnSpPr>
            <a:cxnSpLocks/>
          </p:cNvCxnSpPr>
          <p:nvPr/>
        </p:nvCxnSpPr>
        <p:spPr>
          <a:xfrm>
            <a:off x="4771041" y="2415209"/>
            <a:ext cx="0" cy="1447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096AFD0-831C-FF0B-A4D6-F81CC1CDEB1D}"/>
              </a:ext>
            </a:extLst>
          </p:cNvPr>
          <p:cNvSpPr txBox="1"/>
          <p:nvPr/>
        </p:nvSpPr>
        <p:spPr>
          <a:xfrm>
            <a:off x="3795605" y="2898104"/>
            <a:ext cx="115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AB = 00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141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9058E89-41E3-559C-CD39-F33F06DDE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872843"/>
              </p:ext>
            </p:extLst>
          </p:nvPr>
        </p:nvGraphicFramePr>
        <p:xfrm>
          <a:off x="2032000" y="719666"/>
          <a:ext cx="812799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013884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078746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2322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Current state (L, R)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Input AB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Next state (L, R)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56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(0, 0)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(0, 1)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00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(0, 0)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(0, 0)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297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(0, 1)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(0, 1)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76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(0, 1)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(1, 1)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2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(0, 1)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(1, 0)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694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(1, 1)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(1, 1)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79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(1, 1)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(1, 0)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838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(1, 0)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(1, 0)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149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(1, 0)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(0, 1)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661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(1, 0)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(0, 0)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81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87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7CBA8-6F2B-34F3-7293-5691A04A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states num(flip-flop) = log4 =2</a:t>
            </a:r>
            <a:endParaRPr kumimoji="1"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B95AEC8-D6AE-1CCB-2CAE-98586EA267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187051"/>
              </p:ext>
            </p:extLst>
          </p:nvPr>
        </p:nvGraphicFramePr>
        <p:xfrm>
          <a:off x="838200" y="1825625"/>
          <a:ext cx="10515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945056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279025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317368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706330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89648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input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newF1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newF0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670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492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173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163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166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499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17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500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42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29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04551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8B2F5E2-EB2A-050D-798C-CC7CDE64953F}"/>
              </a:ext>
            </a:extLst>
          </p:cNvPr>
          <p:cNvSpPr txBox="1"/>
          <p:nvPr/>
        </p:nvSpPr>
        <p:spPr>
          <a:xfrm>
            <a:off x="9263269" y="365125"/>
            <a:ext cx="1136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(0,0) = 00</a:t>
            </a:r>
          </a:p>
          <a:p>
            <a:r>
              <a:rPr kumimoji="1" lang="en-US" altLang="zh-CN" dirty="0"/>
              <a:t>(0,1) = 01</a:t>
            </a:r>
          </a:p>
          <a:p>
            <a:r>
              <a:rPr kumimoji="1" lang="en-US" altLang="zh-CN" dirty="0"/>
              <a:t>(1,1) = 11</a:t>
            </a:r>
          </a:p>
          <a:p>
            <a:r>
              <a:rPr kumimoji="1" lang="en-US" altLang="zh-CN" dirty="0"/>
              <a:t>(1,0) = 10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993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5021CB6-25B7-748E-67DC-67E673E01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592550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5678548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570482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149279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148401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8437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A’B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A’B’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AB’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876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baseline="0" dirty="0"/>
                        <a:t>F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48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/>
                        <a:t>F1’F0</a:t>
                      </a:r>
                      <a:endParaRPr lang="zh-CN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8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/>
                        <a:t>F1’F0’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106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/>
                        <a:t>F1F0‘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1376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E34B667-51D0-AF52-047B-0D456946CC7E}"/>
              </a:ext>
            </a:extLst>
          </p:cNvPr>
          <p:cNvSpPr txBox="1"/>
          <p:nvPr/>
        </p:nvSpPr>
        <p:spPr>
          <a:xfrm>
            <a:off x="838200" y="755373"/>
            <a:ext cx="1123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F1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7B77EB-24D7-AD31-30F3-4C40F588A85D}"/>
              </a:ext>
            </a:extLst>
          </p:cNvPr>
          <p:cNvSpPr txBox="1"/>
          <p:nvPr/>
        </p:nvSpPr>
        <p:spPr>
          <a:xfrm>
            <a:off x="3985591" y="4323522"/>
            <a:ext cx="3756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newF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 = F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F</a:t>
            </a:r>
            <a:r>
              <a:rPr kumimoji="1" lang="en-US" altLang="zh-CN" baseline="-25000" dirty="0"/>
              <a:t>0</a:t>
            </a:r>
            <a:r>
              <a:rPr kumimoji="1" lang="en-US" altLang="zh-CN" dirty="0"/>
              <a:t> + F</a:t>
            </a:r>
            <a:r>
              <a:rPr kumimoji="1" lang="en-US" altLang="zh-CN" baseline="-25000" dirty="0"/>
              <a:t>0</a:t>
            </a:r>
            <a:r>
              <a:rPr kumimoji="1" lang="en-US" altLang="zh-CN" dirty="0"/>
              <a:t>B + F0A’B’ + F1A’B’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0C606C-694A-273C-31CF-6A545A6B3FCF}"/>
              </a:ext>
            </a:extLst>
          </p:cNvPr>
          <p:cNvSpPr/>
          <p:nvPr/>
        </p:nvSpPr>
        <p:spPr>
          <a:xfrm>
            <a:off x="2941983" y="2269839"/>
            <a:ext cx="7752521" cy="268357"/>
          </a:xfrm>
          <a:prstGeom prst="rect">
            <a:avLst/>
          </a:prstGeom>
          <a:solidFill>
            <a:srgbClr val="948400">
              <a:alpha val="1764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B39F43-CFF7-95D0-16B7-DD03DA2A565C}"/>
              </a:ext>
            </a:extLst>
          </p:cNvPr>
          <p:cNvSpPr/>
          <p:nvPr/>
        </p:nvSpPr>
        <p:spPr>
          <a:xfrm>
            <a:off x="2941983" y="2160871"/>
            <a:ext cx="2650435" cy="754650"/>
          </a:xfrm>
          <a:prstGeom prst="rect">
            <a:avLst/>
          </a:prstGeom>
          <a:solidFill>
            <a:srgbClr val="948400">
              <a:alpha val="1764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899A94-A471-6DB0-9AE7-A613D33E1723}"/>
              </a:ext>
            </a:extLst>
          </p:cNvPr>
          <p:cNvSpPr/>
          <p:nvPr/>
        </p:nvSpPr>
        <p:spPr>
          <a:xfrm>
            <a:off x="7152862" y="2174364"/>
            <a:ext cx="543339" cy="741157"/>
          </a:xfrm>
          <a:prstGeom prst="rect">
            <a:avLst/>
          </a:prstGeom>
          <a:solidFill>
            <a:srgbClr val="948400">
              <a:alpha val="1764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CF91BF-C3A8-EE55-1E51-6CE3B1EC0933}"/>
              </a:ext>
            </a:extLst>
          </p:cNvPr>
          <p:cNvSpPr/>
          <p:nvPr/>
        </p:nvSpPr>
        <p:spPr>
          <a:xfrm>
            <a:off x="7152861" y="3264260"/>
            <a:ext cx="543339" cy="487893"/>
          </a:xfrm>
          <a:prstGeom prst="rect">
            <a:avLst/>
          </a:prstGeom>
          <a:solidFill>
            <a:srgbClr val="948400">
              <a:alpha val="1764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BE9BB1-C2BB-5430-0604-8F97D31226C8}"/>
              </a:ext>
            </a:extLst>
          </p:cNvPr>
          <p:cNvSpPr/>
          <p:nvPr/>
        </p:nvSpPr>
        <p:spPr>
          <a:xfrm>
            <a:off x="7199244" y="2160871"/>
            <a:ext cx="543339" cy="487893"/>
          </a:xfrm>
          <a:prstGeom prst="rect">
            <a:avLst/>
          </a:prstGeom>
          <a:solidFill>
            <a:srgbClr val="948400">
              <a:alpha val="1764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068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28106-DE01-0938-8AF7-90008707F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F0</a:t>
            </a:r>
            <a:endParaRPr kumimoji="1"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B050BDA-70F2-55D0-8229-57DFEDE5BB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71073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6778940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41500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17960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471236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74986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A’B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A’B’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AB’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793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baseline="0" dirty="0"/>
                        <a:t>F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010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/>
                        <a:t>F1’F0</a:t>
                      </a:r>
                      <a:endParaRPr lang="zh-CN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299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/>
                        <a:t>F1’F0’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71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/>
                        <a:t>F1F0‘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1945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0CE3377-CE3E-51D3-F0A2-F22183AE61A1}"/>
              </a:ext>
            </a:extLst>
          </p:cNvPr>
          <p:cNvSpPr/>
          <p:nvPr/>
        </p:nvSpPr>
        <p:spPr>
          <a:xfrm>
            <a:off x="2921435" y="2176670"/>
            <a:ext cx="864704" cy="1503155"/>
          </a:xfrm>
          <a:prstGeom prst="rect">
            <a:avLst/>
          </a:prstGeom>
          <a:solidFill>
            <a:srgbClr val="948400">
              <a:alpha val="1764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550020-14F6-AA4C-242D-89E65439BA94}"/>
              </a:ext>
            </a:extLst>
          </p:cNvPr>
          <p:cNvSpPr/>
          <p:nvPr/>
        </p:nvSpPr>
        <p:spPr>
          <a:xfrm>
            <a:off x="9270565" y="2186369"/>
            <a:ext cx="1083365" cy="1503154"/>
          </a:xfrm>
          <a:prstGeom prst="rect">
            <a:avLst/>
          </a:prstGeom>
          <a:solidFill>
            <a:srgbClr val="948400">
              <a:alpha val="1764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E7A158-0EC3-EE80-C3CF-355B27FB1C11}"/>
              </a:ext>
            </a:extLst>
          </p:cNvPr>
          <p:cNvSpPr/>
          <p:nvPr/>
        </p:nvSpPr>
        <p:spPr>
          <a:xfrm>
            <a:off x="2921435" y="2589088"/>
            <a:ext cx="3335527" cy="332240"/>
          </a:xfrm>
          <a:prstGeom prst="rect">
            <a:avLst/>
          </a:prstGeom>
          <a:solidFill>
            <a:srgbClr val="948400">
              <a:alpha val="1764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AF79FE-2C8D-6F3B-6ABE-D26CC2358327}"/>
              </a:ext>
            </a:extLst>
          </p:cNvPr>
          <p:cNvSpPr txBox="1"/>
          <p:nvPr/>
        </p:nvSpPr>
        <p:spPr>
          <a:xfrm>
            <a:off x="4969730" y="4353339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newF</a:t>
            </a:r>
            <a:r>
              <a:rPr kumimoji="1" lang="en-US" altLang="zh-CN" baseline="-25000" dirty="0"/>
              <a:t>0</a:t>
            </a:r>
            <a:r>
              <a:rPr kumimoji="1" lang="en-US" altLang="zh-CN" dirty="0"/>
              <a:t> = AB + AB’ + F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’F</a:t>
            </a:r>
            <a:r>
              <a:rPr kumimoji="1" lang="en-US" altLang="zh-CN" baseline="-25000" dirty="0"/>
              <a:t>0</a:t>
            </a:r>
            <a:r>
              <a:rPr kumimoji="1" lang="en-US" altLang="zh-CN" dirty="0"/>
              <a:t>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363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A20E5-5831-69E6-19E1-9915E971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output</a:t>
            </a:r>
            <a:endParaRPr kumimoji="1"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09523D5-69CF-852E-9C71-E98475C190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77740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626945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059631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17843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0581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705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06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932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24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6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330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367</Words>
  <Application>Microsoft Macintosh PowerPoint</Application>
  <PresentationFormat>宽屏</PresentationFormat>
  <Paragraphs>183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4 states num(flip-flop) = log4 =2</vt:lpstr>
      <vt:lpstr>PowerPoint 演示文稿</vt:lpstr>
      <vt:lpstr>F0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Changze Wu</dc:creator>
  <cp:lastModifiedBy>Changze Wu</cp:lastModifiedBy>
  <cp:revision>2</cp:revision>
  <dcterms:created xsi:type="dcterms:W3CDTF">2024-03-03T21:56:12Z</dcterms:created>
  <dcterms:modified xsi:type="dcterms:W3CDTF">2024-03-04T21:50:46Z</dcterms:modified>
</cp:coreProperties>
</file>