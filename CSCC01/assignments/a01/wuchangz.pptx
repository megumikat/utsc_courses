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79"/>
  </p:normalViewPr>
  <p:slideViewPr>
    <p:cSldViewPr snapToGrid="0">
      <p:cViewPr varScale="1">
        <p:scale>
          <a:sx n="96" d="100"/>
          <a:sy n="96" d="100"/>
        </p:scale>
        <p:origin x="200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2B2D98-EE04-4310-4040-FF059E8EB4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D6413FF-43C7-0F78-7C59-019CF77FAD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1F0849-4F5E-5CF7-F97A-0CF55F006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0A90A-CD3F-BE4F-8A09-ECD33DFD937A}" type="datetimeFigureOut">
              <a:rPr kumimoji="1" lang="zh-CN" altLang="en-US" smtClean="0"/>
              <a:t>2024/7/7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FA75BF-5079-9085-9FA0-0D4187190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1A7482-FFE1-E854-F032-627C9D57F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0B657-6D2C-FA4C-96A5-CF1366437B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09978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B3129C-00AB-B63F-470D-295841968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4C8AD5-B61C-3DDA-802E-D80FEAA12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5FEE96-D0E1-5639-EB5C-8FA81865F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0A90A-CD3F-BE4F-8A09-ECD33DFD937A}" type="datetimeFigureOut">
              <a:rPr kumimoji="1" lang="zh-CN" altLang="en-US" smtClean="0"/>
              <a:t>2024/7/7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99A85E-9918-3392-0E21-BBEB4DC12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7BA003-D83A-31F8-AD6B-0EBDF78B1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0B657-6D2C-FA4C-96A5-CF1366437B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77299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54FA1E-026F-8BDE-9722-FE13F4F64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CA90B2-92DA-64E0-F127-DBA9DC1C2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BA8824-EF5F-80FD-AC94-5CBDB7E00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0A90A-CD3F-BE4F-8A09-ECD33DFD937A}" type="datetimeFigureOut">
              <a:rPr kumimoji="1" lang="zh-CN" altLang="en-US" smtClean="0"/>
              <a:t>2024/7/7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AB324D-0531-382A-B053-FF32AF4FD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46D8A2-6696-441B-65F8-5343EC2B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0B657-6D2C-FA4C-96A5-CF1366437B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83630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D59193-2184-4EB6-9EF4-37E61A0E1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3A2B09-D6ED-B2E2-E529-A6399C3591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ECAF2D-6AAD-1BFB-0618-D88BABE0B3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C6C34B-7526-7BE2-C061-49B8EB810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0A90A-CD3F-BE4F-8A09-ECD33DFD937A}" type="datetimeFigureOut">
              <a:rPr kumimoji="1" lang="zh-CN" altLang="en-US" smtClean="0"/>
              <a:t>2024/7/7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FF3CB6-A4DA-B052-F76B-F56BADA0A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D8DF58-4AB3-12D7-B978-BFB96073B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0B657-6D2C-FA4C-96A5-CF1366437B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6750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29EBA1-581D-CE03-E963-C6500446E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370A11-3C28-A50E-8261-D8BB02F1A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78F92D-C6A3-1D68-76E1-55C71BD26C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AA52A1E-45F2-3614-C0F1-3BA2BE2359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2F8A2CF-F537-F089-D770-D100707BDB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2F5B547-CADD-AF28-1817-D1B22C633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0A90A-CD3F-BE4F-8A09-ECD33DFD937A}" type="datetimeFigureOut">
              <a:rPr kumimoji="1" lang="zh-CN" altLang="en-US" smtClean="0"/>
              <a:t>2024/7/7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A76B58B-E5A6-4939-D9D3-F0E9E4298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E311769-9FF7-1285-1184-F1B65F369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0B657-6D2C-FA4C-96A5-CF1366437B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83962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7053C8-0D13-9C18-55D3-6DFEBE32A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E030A80-4F01-A3B7-FC94-FBB9BD64E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0A90A-CD3F-BE4F-8A09-ECD33DFD937A}" type="datetimeFigureOut">
              <a:rPr kumimoji="1" lang="zh-CN" altLang="en-US" smtClean="0"/>
              <a:t>2024/7/7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FF23B5-CC7D-A42C-53CF-11BA07A66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8E506B9-00C7-9482-F0E1-371520FA3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0B657-6D2C-FA4C-96A5-CF1366437B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36626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7E69DC5-F5F5-DB31-6D5E-3E313DB85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0A90A-CD3F-BE4F-8A09-ECD33DFD937A}" type="datetimeFigureOut">
              <a:rPr kumimoji="1" lang="zh-CN" altLang="en-US" smtClean="0"/>
              <a:t>2024/7/7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056DEFE-F606-EA04-3D1C-76E0704DE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068F9D-3E4D-37B9-EC1C-ECC281EB9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0B657-6D2C-FA4C-96A5-CF1366437B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13171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363711-B1A8-3036-DE28-3F2FDDFC3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3D1C76-1C12-2101-934A-26F02EE57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6F508C-C81D-D518-355D-88CBE6A2A3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581DA4-0A05-AC2A-E161-0FF00E43F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0A90A-CD3F-BE4F-8A09-ECD33DFD937A}" type="datetimeFigureOut">
              <a:rPr kumimoji="1" lang="zh-CN" altLang="en-US" smtClean="0"/>
              <a:t>2024/7/7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287467-9752-78CB-9D93-F80970682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4652852-5F91-6486-74FD-F6CDB9BF3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0B657-6D2C-FA4C-96A5-CF1366437B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33637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FD8E7E-4C3C-7EC6-2286-EE4039E77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770A8C8-F83C-5C94-EE7F-B831E2C438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2406260-4102-4986-1990-89DEE4F8AC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DF2C85-6995-ED76-927C-99BBA04FE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0A90A-CD3F-BE4F-8A09-ECD33DFD937A}" type="datetimeFigureOut">
              <a:rPr kumimoji="1" lang="zh-CN" altLang="en-US" smtClean="0"/>
              <a:t>2024/7/7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B36CD3-BAC5-47C3-74CA-D00E36602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44548C5-F162-CA94-7B57-E17E08292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0B657-6D2C-FA4C-96A5-CF1366437B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460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8D9FA8-95DE-75B5-DB17-E48668917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7697AF1-A1D1-0932-7805-588346B6E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A454DA-6527-7957-AF77-630B882EB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0A90A-CD3F-BE4F-8A09-ECD33DFD937A}" type="datetimeFigureOut">
              <a:rPr kumimoji="1" lang="zh-CN" altLang="en-US" smtClean="0"/>
              <a:t>2024/7/7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FDBDE8-F6EC-0E35-6A36-5F4EAFFC0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3077B9-4BBD-5FBD-242A-F74A2C4BF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0B657-6D2C-FA4C-96A5-CF1366437B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08769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C622F33-E49C-4639-2BDC-B47A03B085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C686E72-BC0A-B81E-AAB3-E9D13B06BF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DC5EC1-EB35-3A6E-0AA6-9E2E23507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0A90A-CD3F-BE4F-8A09-ECD33DFD937A}" type="datetimeFigureOut">
              <a:rPr kumimoji="1" lang="zh-CN" altLang="en-US" smtClean="0"/>
              <a:t>2024/7/7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48C6FB-B5A4-EA4B-0C72-7C0A2DE81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1AAC97-B2FB-60DB-7325-DB0ED9496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0B657-6D2C-FA4C-96A5-CF1366437B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48462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3F31ECC-FA2D-2732-B721-CE20C35D9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4F6658-C06F-1E1E-2F10-C3DB0F2B5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1C675F-DADC-F3C3-CF88-2551A83407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B0A90A-CD3F-BE4F-8A09-ECD33DFD937A}" type="datetimeFigureOut">
              <a:rPr kumimoji="1" lang="zh-CN" altLang="en-US" smtClean="0"/>
              <a:t>2024/7/7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5BB221-944B-D3EC-5291-C9F547176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CC0412-83EF-F54B-3A42-F71103809B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90B657-6D2C-FA4C-96A5-CF1366437B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64765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AF331C7-A57F-93E6-BC94-B799FC408C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740038"/>
              </p:ext>
            </p:extLst>
          </p:nvPr>
        </p:nvGraphicFramePr>
        <p:xfrm>
          <a:off x="0" y="0"/>
          <a:ext cx="1576552" cy="146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552">
                  <a:extLst>
                    <a:ext uri="{9D8B030D-6E8A-4147-A177-3AD203B41FA5}">
                      <a16:colId xmlns:a16="http://schemas.microsoft.com/office/drawing/2014/main" val="22383803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Hotel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7095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CA" altLang="zh-CN" sz="12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hotelId</a:t>
                      </a:r>
                      <a:r>
                        <a:rPr lang="en-CA" altLang="zh-CN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Int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CA" altLang="zh-CN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name: String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CA" altLang="zh-CN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address: String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602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altLang="zh-CN" sz="1200" dirty="0"/>
                        <a:t>+ </a:t>
                      </a:r>
                      <a:r>
                        <a:rPr lang="en-CA" altLang="zh-CN" sz="1200" dirty="0" err="1"/>
                        <a:t>getAvailability</a:t>
                      </a:r>
                      <a:r>
                        <a:rPr lang="en-CA" altLang="zh-CN" sz="1200" dirty="0"/>
                        <a:t>()</a:t>
                      </a:r>
                    </a:p>
                    <a:p>
                      <a:r>
                        <a:rPr lang="en-CA" altLang="zh-CN" sz="1200" dirty="0"/>
                        <a:t>+ </a:t>
                      </a:r>
                      <a:r>
                        <a:rPr lang="en-CA" altLang="zh-CN" sz="1200" dirty="0" err="1"/>
                        <a:t>getServices</a:t>
                      </a:r>
                      <a:r>
                        <a:rPr lang="en-CA" altLang="zh-CN" sz="1200" dirty="0"/>
                        <a:t>() 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786103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CE6EF05-708E-41C5-C33C-E7307577A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274777"/>
              </p:ext>
            </p:extLst>
          </p:nvPr>
        </p:nvGraphicFramePr>
        <p:xfrm>
          <a:off x="1418896" y="1961173"/>
          <a:ext cx="1723696" cy="16507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3696">
                  <a:extLst>
                    <a:ext uri="{9D8B030D-6E8A-4147-A177-3AD203B41FA5}">
                      <a16:colId xmlns:a16="http://schemas.microsoft.com/office/drawing/2014/main" val="2238380309"/>
                    </a:ext>
                  </a:extLst>
                </a:gridCol>
              </a:tblGrid>
              <a:tr h="37054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Room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7095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CA" altLang="zh-CN" sz="12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roomId</a:t>
                      </a:r>
                      <a:r>
                        <a:rPr lang="en-CA" altLang="zh-CN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Int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CA" altLang="zh-CN" sz="12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roomNumber</a:t>
                      </a:r>
                      <a:r>
                        <a:rPr lang="en-CA" altLang="zh-CN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Int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CA" altLang="zh-CN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type: String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CA" altLang="zh-CN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rate: Double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602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altLang="zh-CN" sz="1200" dirty="0"/>
                        <a:t>+ </a:t>
                      </a:r>
                      <a:r>
                        <a:rPr lang="en-CA" altLang="zh-CN" sz="12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checkAvailability</a:t>
                      </a:r>
                      <a:r>
                        <a:rPr lang="en-CA" altLang="zh-CN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en-CA" altLang="zh-CN" sz="1200" dirty="0"/>
                    </a:p>
                    <a:p>
                      <a:r>
                        <a:rPr lang="en-CA" altLang="zh-CN" sz="1200" dirty="0"/>
                        <a:t>+ </a:t>
                      </a:r>
                      <a:r>
                        <a:rPr lang="en-CA" altLang="zh-CN" sz="12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reserveRoom</a:t>
                      </a:r>
                      <a:r>
                        <a:rPr lang="en-CA" altLang="zh-CN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 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786103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CCD2B38-4E39-19AF-AD50-23B9D82915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4197976"/>
              </p:ext>
            </p:extLst>
          </p:nvPr>
        </p:nvGraphicFramePr>
        <p:xfrm>
          <a:off x="1849821" y="4471334"/>
          <a:ext cx="1671145" cy="16507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1145">
                  <a:extLst>
                    <a:ext uri="{9D8B030D-6E8A-4147-A177-3AD203B41FA5}">
                      <a16:colId xmlns:a16="http://schemas.microsoft.com/office/drawing/2014/main" val="2238380309"/>
                    </a:ext>
                  </a:extLst>
                </a:gridCol>
              </a:tblGrid>
              <a:tr h="370547">
                <a:tc>
                  <a:txBody>
                    <a:bodyPr/>
                    <a:lstStyle/>
                    <a:p>
                      <a:pPr algn="ctr"/>
                      <a:r>
                        <a:rPr lang="en-CA" altLang="zh-CN" sz="12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Reservation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7095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CA" altLang="zh-CN" sz="12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reservationId</a:t>
                      </a:r>
                      <a:r>
                        <a:rPr lang="en-CA" altLang="zh-CN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Int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CA" altLang="zh-CN" sz="12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startDate</a:t>
                      </a:r>
                      <a:r>
                        <a:rPr lang="en-CA" altLang="zh-CN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Date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CA" altLang="zh-CN" sz="12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endDate</a:t>
                      </a:r>
                      <a:r>
                        <a:rPr lang="en-CA" altLang="zh-CN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Date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CA" altLang="zh-CN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status: String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602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altLang="zh-CN" sz="1200" dirty="0"/>
                        <a:t>+ </a:t>
                      </a:r>
                      <a:r>
                        <a:rPr lang="en-CA" altLang="zh-CN" sz="12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calculateCost</a:t>
                      </a:r>
                      <a:r>
                        <a:rPr lang="en-CA" altLang="zh-CN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()</a:t>
                      </a:r>
                      <a:endParaRPr lang="en-CA" altLang="zh-CN" sz="1200" dirty="0"/>
                    </a:p>
                    <a:p>
                      <a:r>
                        <a:rPr lang="en-CA" altLang="zh-CN" sz="1200" dirty="0"/>
                        <a:t>+ </a:t>
                      </a:r>
                      <a:r>
                        <a:rPr lang="en-CA" altLang="zh-CN" sz="12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extendStay</a:t>
                      </a:r>
                      <a:r>
                        <a:rPr lang="en-CA" altLang="zh-CN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() 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786103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92CFF441-905A-774C-EAA5-960B4000F1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71782"/>
              </p:ext>
            </p:extLst>
          </p:nvPr>
        </p:nvGraphicFramePr>
        <p:xfrm>
          <a:off x="4004441" y="1969288"/>
          <a:ext cx="1671145" cy="18335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1145">
                  <a:extLst>
                    <a:ext uri="{9D8B030D-6E8A-4147-A177-3AD203B41FA5}">
                      <a16:colId xmlns:a16="http://schemas.microsoft.com/office/drawing/2014/main" val="2238380309"/>
                    </a:ext>
                  </a:extLst>
                </a:gridCol>
              </a:tblGrid>
              <a:tr h="370547">
                <a:tc>
                  <a:txBody>
                    <a:bodyPr/>
                    <a:lstStyle/>
                    <a:p>
                      <a:pPr algn="ctr"/>
                      <a:r>
                        <a:rPr lang="en-CA" altLang="zh-CN" sz="12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 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7095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CA" altLang="zh-CN" sz="12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customerId</a:t>
                      </a:r>
                      <a:r>
                        <a:rPr lang="en-CA" altLang="zh-CN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Int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CA" altLang="zh-CN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name: String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CA" altLang="zh-CN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phone: String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CA" altLang="zh-CN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email: String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602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altLang="zh-CN" sz="1200" dirty="0"/>
                        <a:t>+ </a:t>
                      </a:r>
                      <a:r>
                        <a:rPr lang="en-CA" altLang="zh-CN" sz="12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makeReservation</a:t>
                      </a:r>
                      <a:r>
                        <a:rPr lang="en-CA" altLang="zh-CN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()</a:t>
                      </a:r>
                      <a:endParaRPr lang="en-CA" altLang="zh-CN" sz="1200" dirty="0"/>
                    </a:p>
                    <a:p>
                      <a:r>
                        <a:rPr lang="en-CA" altLang="zh-CN" sz="1200" dirty="0"/>
                        <a:t>+ </a:t>
                      </a:r>
                      <a:r>
                        <a:rPr lang="en-CA" altLang="zh-CN" sz="12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checkIn</a:t>
                      </a:r>
                      <a:r>
                        <a:rPr lang="en-CA" altLang="zh-CN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r>
                        <a:rPr lang="en-CA" altLang="zh-CN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en-CA" altLang="zh-CN" sz="12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checkOut</a:t>
                      </a:r>
                      <a:r>
                        <a:rPr lang="en-CA" altLang="zh-CN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 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786103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CB00D572-3715-94DD-57AA-69377FAC10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8840"/>
              </p:ext>
            </p:extLst>
          </p:nvPr>
        </p:nvGraphicFramePr>
        <p:xfrm>
          <a:off x="5775436" y="4471333"/>
          <a:ext cx="1671145" cy="16507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1145">
                  <a:extLst>
                    <a:ext uri="{9D8B030D-6E8A-4147-A177-3AD203B41FA5}">
                      <a16:colId xmlns:a16="http://schemas.microsoft.com/office/drawing/2014/main" val="2238380309"/>
                    </a:ext>
                  </a:extLst>
                </a:gridCol>
              </a:tblGrid>
              <a:tr h="370547">
                <a:tc>
                  <a:txBody>
                    <a:bodyPr/>
                    <a:lstStyle/>
                    <a:p>
                      <a:pPr algn="ctr"/>
                      <a:r>
                        <a:rPr lang="en-CA" altLang="zh-CN" sz="12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Service  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7095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CA" altLang="zh-CN" sz="12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serviceId</a:t>
                      </a:r>
                      <a:r>
                        <a:rPr lang="en-CA" altLang="zh-CN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Int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CA" altLang="zh-CN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name: String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CA" altLang="zh-CN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price: Double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CA" altLang="zh-CN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points: Int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602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altLang="zh-CN" sz="1200" dirty="0"/>
                        <a:t>+ </a:t>
                      </a:r>
                      <a:r>
                        <a:rPr lang="en-CA" altLang="zh-CN" sz="12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addService</a:t>
                      </a:r>
                      <a:r>
                        <a:rPr lang="en-CA" altLang="zh-CN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()</a:t>
                      </a:r>
                      <a:endParaRPr lang="en-CA" altLang="zh-CN" sz="1200" dirty="0"/>
                    </a:p>
                    <a:p>
                      <a:r>
                        <a:rPr lang="en-CA" altLang="zh-CN" sz="1200" dirty="0"/>
                        <a:t>+ </a:t>
                      </a:r>
                      <a:r>
                        <a:rPr lang="en-CA" altLang="zh-CN" sz="12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calculateCost</a:t>
                      </a:r>
                      <a:r>
                        <a:rPr lang="en-CA" altLang="zh-CN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786103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C871A840-E738-B48A-BCDC-789526A89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9170458"/>
              </p:ext>
            </p:extLst>
          </p:nvPr>
        </p:nvGraphicFramePr>
        <p:xfrm>
          <a:off x="7357242" y="1961173"/>
          <a:ext cx="2007475" cy="14678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7475">
                  <a:extLst>
                    <a:ext uri="{9D8B030D-6E8A-4147-A177-3AD203B41FA5}">
                      <a16:colId xmlns:a16="http://schemas.microsoft.com/office/drawing/2014/main" val="2238380309"/>
                    </a:ext>
                  </a:extLst>
                </a:gridCol>
              </a:tblGrid>
              <a:tr h="370547">
                <a:tc>
                  <a:txBody>
                    <a:bodyPr/>
                    <a:lstStyle/>
                    <a:p>
                      <a:pPr algn="ctr"/>
                      <a:r>
                        <a:rPr lang="en-CA" altLang="zh-CN" sz="12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Bill  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7095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CA" altLang="zh-CN" sz="12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billId</a:t>
                      </a:r>
                      <a:r>
                        <a:rPr lang="en-CA" altLang="zh-CN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Int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CA" altLang="zh-CN" sz="12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totalAmount</a:t>
                      </a:r>
                      <a:r>
                        <a:rPr lang="en-CA" altLang="zh-CN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Double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CA" altLang="zh-CN" sz="12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totalPoints</a:t>
                      </a:r>
                      <a:r>
                        <a:rPr lang="en-CA" altLang="zh-CN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602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altLang="zh-CN" sz="1200" dirty="0"/>
                        <a:t>+ </a:t>
                      </a:r>
                      <a:r>
                        <a:rPr lang="en-CA" altLang="zh-CN" sz="12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addCharge</a:t>
                      </a:r>
                      <a:r>
                        <a:rPr lang="en-CA" altLang="zh-CN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()</a:t>
                      </a:r>
                      <a:endParaRPr lang="en-CA" altLang="zh-CN" sz="1200" dirty="0"/>
                    </a:p>
                    <a:p>
                      <a:r>
                        <a:rPr lang="en-CA" altLang="zh-CN" sz="1200" dirty="0"/>
                        <a:t>+ </a:t>
                      </a:r>
                      <a:r>
                        <a:rPr lang="en-CA" altLang="zh-CN" sz="12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generateInvoice</a:t>
                      </a:r>
                      <a:r>
                        <a:rPr lang="en-CA" altLang="zh-CN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786103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7A7F0115-2AD0-45F8-D419-AC4B22461F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391463"/>
              </p:ext>
            </p:extLst>
          </p:nvPr>
        </p:nvGraphicFramePr>
        <p:xfrm>
          <a:off x="9338441" y="4471333"/>
          <a:ext cx="2007475" cy="14678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7475">
                  <a:extLst>
                    <a:ext uri="{9D8B030D-6E8A-4147-A177-3AD203B41FA5}">
                      <a16:colId xmlns:a16="http://schemas.microsoft.com/office/drawing/2014/main" val="2238380309"/>
                    </a:ext>
                  </a:extLst>
                </a:gridCol>
              </a:tblGrid>
              <a:tr h="370547">
                <a:tc>
                  <a:txBody>
                    <a:bodyPr/>
                    <a:lstStyle/>
                    <a:p>
                      <a:pPr algn="ctr"/>
                      <a:r>
                        <a:rPr lang="en-CA" altLang="zh-CN" sz="1200" b="0" i="0" u="none" strike="noStrike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RewardsAccount</a:t>
                      </a:r>
                      <a:r>
                        <a:rPr lang="en-CA" altLang="zh-CN" sz="12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7095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CA" altLang="zh-CN" sz="12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accountId</a:t>
                      </a:r>
                      <a:r>
                        <a:rPr lang="en-CA" altLang="zh-CN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Int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CA" altLang="zh-CN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points: Int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CA" altLang="zh-CN" sz="12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expiryDate</a:t>
                      </a:r>
                      <a:r>
                        <a:rPr lang="en-CA" altLang="zh-CN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602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altLang="zh-CN" sz="1200" dirty="0"/>
                        <a:t>+ </a:t>
                      </a:r>
                      <a:r>
                        <a:rPr lang="en-CA" altLang="zh-CN" sz="12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earnPoints</a:t>
                      </a:r>
                      <a:r>
                        <a:rPr lang="en-CA" altLang="zh-CN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()</a:t>
                      </a:r>
                      <a:endParaRPr lang="en-CA" altLang="zh-CN" sz="1200" dirty="0"/>
                    </a:p>
                    <a:p>
                      <a:r>
                        <a:rPr lang="en-CA" altLang="zh-CN" sz="1200" dirty="0"/>
                        <a:t>+ </a:t>
                      </a:r>
                      <a:r>
                        <a:rPr lang="en-CA" altLang="zh-CN" sz="12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redeemPoints</a:t>
                      </a:r>
                      <a:r>
                        <a:rPr lang="en-CA" altLang="zh-CN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786103"/>
                  </a:ext>
                </a:extLst>
              </a:tr>
            </a:tbl>
          </a:graphicData>
        </a:graphic>
      </p:graphicFrame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EAF92965-4B30-99C5-1FF0-1686F01BE5CE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>
            <a:off x="1576552" y="734060"/>
            <a:ext cx="704192" cy="12271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7AB9EF0F-FEA8-4827-9DFD-1522D7C5C344}"/>
              </a:ext>
            </a:extLst>
          </p:cNvPr>
          <p:cNvSpPr txBox="1"/>
          <p:nvPr/>
        </p:nvSpPr>
        <p:spPr>
          <a:xfrm>
            <a:off x="1576552" y="472450"/>
            <a:ext cx="2627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/>
              <a:t>1</a:t>
            </a:r>
            <a:endParaRPr kumimoji="1" lang="zh-CN" altLang="en-US" sz="11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83342C7-D284-4A85-A949-012D8BB93607}"/>
              </a:ext>
            </a:extLst>
          </p:cNvPr>
          <p:cNvSpPr txBox="1"/>
          <p:nvPr/>
        </p:nvSpPr>
        <p:spPr>
          <a:xfrm>
            <a:off x="2254465" y="1729117"/>
            <a:ext cx="2627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/>
              <a:t>*</a:t>
            </a:r>
            <a:endParaRPr kumimoji="1" lang="zh-CN" altLang="en-US" sz="1100" dirty="0"/>
          </a:p>
        </p:txBody>
      </p: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73957BF0-775D-73AD-F665-A28B7E63EFDE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2280744" y="3611880"/>
            <a:ext cx="404649" cy="8594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F433D7E1-AB4A-8588-7B4D-82FE69A578AD}"/>
              </a:ext>
            </a:extLst>
          </p:cNvPr>
          <p:cNvSpPr txBox="1"/>
          <p:nvPr/>
        </p:nvSpPr>
        <p:spPr>
          <a:xfrm>
            <a:off x="1970689" y="3554229"/>
            <a:ext cx="2627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/>
              <a:t>1</a:t>
            </a:r>
            <a:endParaRPr kumimoji="1" lang="zh-CN" altLang="en-US" sz="11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5DAF221-36FC-3CF1-B78A-DF1B21C5AC8D}"/>
              </a:ext>
            </a:extLst>
          </p:cNvPr>
          <p:cNvSpPr txBox="1"/>
          <p:nvPr/>
        </p:nvSpPr>
        <p:spPr>
          <a:xfrm>
            <a:off x="2685393" y="4209723"/>
            <a:ext cx="2627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/>
              <a:t>*</a:t>
            </a:r>
            <a:endParaRPr kumimoji="1" lang="zh-CN" altLang="en-US" sz="1100" dirty="0"/>
          </a:p>
        </p:txBody>
      </p: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469DA7EE-8A19-EAB4-E3A5-590789E8D329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3520966" y="2886081"/>
            <a:ext cx="483475" cy="24106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518ECF1A-ADD1-642A-86D5-E541E5E47F20}"/>
              </a:ext>
            </a:extLst>
          </p:cNvPr>
          <p:cNvSpPr txBox="1"/>
          <p:nvPr/>
        </p:nvSpPr>
        <p:spPr>
          <a:xfrm>
            <a:off x="3499944" y="5296686"/>
            <a:ext cx="2627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/>
              <a:t>1</a:t>
            </a:r>
            <a:endParaRPr kumimoji="1" lang="zh-CN" altLang="en-US" sz="11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A7906B6-3D58-A02A-86B1-9D019C9982D0}"/>
              </a:ext>
            </a:extLst>
          </p:cNvPr>
          <p:cNvSpPr txBox="1"/>
          <p:nvPr/>
        </p:nvSpPr>
        <p:spPr>
          <a:xfrm>
            <a:off x="3741682" y="2655721"/>
            <a:ext cx="2627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/>
              <a:t>*</a:t>
            </a:r>
            <a:endParaRPr kumimoji="1" lang="zh-CN" altLang="en-US" sz="1100" dirty="0"/>
          </a:p>
        </p:txBody>
      </p:sp>
      <p:cxnSp>
        <p:nvCxnSpPr>
          <p:cNvPr id="38" name="直线连接符 37">
            <a:extLst>
              <a:ext uri="{FF2B5EF4-FFF2-40B4-BE49-F238E27FC236}">
                <a16:creationId xmlns:a16="http://schemas.microsoft.com/office/drawing/2014/main" id="{76AB86CF-D36F-A8F9-42F3-B677478DD3C5}"/>
              </a:ext>
            </a:extLst>
          </p:cNvPr>
          <p:cNvCxnSpPr>
            <a:cxnSpLocks/>
            <a:stCxn id="8" idx="3"/>
            <a:endCxn id="9" idx="0"/>
          </p:cNvCxnSpPr>
          <p:nvPr/>
        </p:nvCxnSpPr>
        <p:spPr>
          <a:xfrm>
            <a:off x="5675586" y="2886081"/>
            <a:ext cx="935422" cy="15852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E0E12360-FD44-8410-F0BB-A651EF38FD6C}"/>
              </a:ext>
            </a:extLst>
          </p:cNvPr>
          <p:cNvSpPr txBox="1"/>
          <p:nvPr/>
        </p:nvSpPr>
        <p:spPr>
          <a:xfrm>
            <a:off x="5644056" y="2633879"/>
            <a:ext cx="2627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/>
              <a:t>1</a:t>
            </a:r>
            <a:endParaRPr kumimoji="1" lang="zh-CN" altLang="en-US" sz="1100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8D885AE-2CC5-A844-5800-F70E7586CC3E}"/>
              </a:ext>
            </a:extLst>
          </p:cNvPr>
          <p:cNvSpPr txBox="1"/>
          <p:nvPr/>
        </p:nvSpPr>
        <p:spPr>
          <a:xfrm>
            <a:off x="6348249" y="4209723"/>
            <a:ext cx="2627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/>
              <a:t>*</a:t>
            </a:r>
            <a:endParaRPr kumimoji="1" lang="zh-CN" altLang="en-US" sz="1100" dirty="0"/>
          </a:p>
        </p:txBody>
      </p:sp>
      <p:cxnSp>
        <p:nvCxnSpPr>
          <p:cNvPr id="43" name="直线连接符 42">
            <a:extLst>
              <a:ext uri="{FF2B5EF4-FFF2-40B4-BE49-F238E27FC236}">
                <a16:creationId xmlns:a16="http://schemas.microsoft.com/office/drawing/2014/main" id="{2D70DCF4-1474-5913-C872-8EAEB0F532C6}"/>
              </a:ext>
            </a:extLst>
          </p:cNvPr>
          <p:cNvCxnSpPr>
            <a:cxnSpLocks/>
            <a:stCxn id="9" idx="3"/>
            <a:endCxn id="10" idx="2"/>
          </p:cNvCxnSpPr>
          <p:nvPr/>
        </p:nvCxnSpPr>
        <p:spPr>
          <a:xfrm flipV="1">
            <a:off x="7446581" y="3429000"/>
            <a:ext cx="914398" cy="18676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2EE1F770-8411-D72F-F79C-2D64846BB937}"/>
              </a:ext>
            </a:extLst>
          </p:cNvPr>
          <p:cNvSpPr txBox="1"/>
          <p:nvPr/>
        </p:nvSpPr>
        <p:spPr>
          <a:xfrm>
            <a:off x="7415051" y="5292422"/>
            <a:ext cx="2627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/>
              <a:t>1</a:t>
            </a:r>
            <a:endParaRPr kumimoji="1" lang="zh-CN" altLang="en-US" sz="1100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3F8505A5-497D-B419-247F-B5C6CD2D553F}"/>
              </a:ext>
            </a:extLst>
          </p:cNvPr>
          <p:cNvSpPr txBox="1"/>
          <p:nvPr/>
        </p:nvSpPr>
        <p:spPr>
          <a:xfrm>
            <a:off x="8360979" y="3481075"/>
            <a:ext cx="2627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/>
              <a:t>*</a:t>
            </a:r>
            <a:endParaRPr kumimoji="1" lang="zh-CN" altLang="en-US" sz="1100" dirty="0"/>
          </a:p>
        </p:txBody>
      </p:sp>
      <p:cxnSp>
        <p:nvCxnSpPr>
          <p:cNvPr id="48" name="直线连接符 47">
            <a:extLst>
              <a:ext uri="{FF2B5EF4-FFF2-40B4-BE49-F238E27FC236}">
                <a16:creationId xmlns:a16="http://schemas.microsoft.com/office/drawing/2014/main" id="{6148A5AC-2C17-146B-9450-061BCCD38712}"/>
              </a:ext>
            </a:extLst>
          </p:cNvPr>
          <p:cNvCxnSpPr>
            <a:cxnSpLocks/>
            <a:stCxn id="10" idx="3"/>
            <a:endCxn id="11" idx="0"/>
          </p:cNvCxnSpPr>
          <p:nvPr/>
        </p:nvCxnSpPr>
        <p:spPr>
          <a:xfrm>
            <a:off x="9364717" y="2695086"/>
            <a:ext cx="977461" cy="17762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26113DBC-9187-1C04-CAAB-C74C90734ABF}"/>
              </a:ext>
            </a:extLst>
          </p:cNvPr>
          <p:cNvSpPr txBox="1"/>
          <p:nvPr/>
        </p:nvSpPr>
        <p:spPr>
          <a:xfrm>
            <a:off x="9338441" y="2433476"/>
            <a:ext cx="2627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/>
              <a:t>1</a:t>
            </a:r>
            <a:endParaRPr kumimoji="1" lang="zh-CN" altLang="en-US" sz="1100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79047463-F97D-0B87-C02D-9EF52A6BE399}"/>
              </a:ext>
            </a:extLst>
          </p:cNvPr>
          <p:cNvSpPr txBox="1"/>
          <p:nvPr/>
        </p:nvSpPr>
        <p:spPr>
          <a:xfrm>
            <a:off x="7567451" y="5444822"/>
            <a:ext cx="2627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/>
              <a:t>1</a:t>
            </a:r>
            <a:endParaRPr kumimoji="1" lang="zh-CN" altLang="en-US" sz="1100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2F6F3D41-7CFF-A938-33E1-5E254B076704}"/>
              </a:ext>
            </a:extLst>
          </p:cNvPr>
          <p:cNvSpPr txBox="1"/>
          <p:nvPr/>
        </p:nvSpPr>
        <p:spPr>
          <a:xfrm>
            <a:off x="10310647" y="4209723"/>
            <a:ext cx="2627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dirty="0"/>
              <a:t>*</a:t>
            </a:r>
            <a:endParaRPr kumimoji="1"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58469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A9A9B862-21D2-626F-389C-09BAFB9B4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939" y="281770"/>
            <a:ext cx="9886122" cy="6028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932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032C169-7B28-77A0-DDAD-A3A89F954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27" y="503583"/>
            <a:ext cx="11367202" cy="567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277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140</Words>
  <Application>Microsoft Macintosh PowerPoint</Application>
  <PresentationFormat>宽屏</PresentationFormat>
  <Paragraphs>60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Changze Wu</dc:creator>
  <cp:lastModifiedBy>Changze Wu</cp:lastModifiedBy>
  <cp:revision>1</cp:revision>
  <dcterms:created xsi:type="dcterms:W3CDTF">2024-07-07T18:37:07Z</dcterms:created>
  <dcterms:modified xsi:type="dcterms:W3CDTF">2024-07-07T21:03:02Z</dcterms:modified>
</cp:coreProperties>
</file>