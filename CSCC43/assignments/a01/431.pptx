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2"/>
    <p:restoredTop sz="94640"/>
  </p:normalViewPr>
  <p:slideViewPr>
    <p:cSldViewPr snapToGrid="0">
      <p:cViewPr varScale="1">
        <p:scale>
          <a:sx n="99" d="100"/>
          <a:sy n="99" d="100"/>
        </p:scale>
        <p:origin x="19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D00859-7B1F-C64B-AABB-C80FD2423C6A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3C53B1E-72B5-DA43-9903-4DF786AFB974}">
      <dgm:prSet phldrT="[文本]"/>
      <dgm:spPr/>
      <dgm:t>
        <a:bodyPr/>
        <a:lstStyle/>
        <a:p>
          <a:r>
            <a:rPr lang="en-US" altLang="zh-CN" dirty="0"/>
            <a:t>workshop</a:t>
          </a:r>
          <a:endParaRPr lang="zh-CN" altLang="en-US" dirty="0"/>
        </a:p>
      </dgm:t>
    </dgm:pt>
    <dgm:pt modelId="{BA4ABBB4-6736-7D4A-956C-3B176EEFC871}" type="parTrans" cxnId="{92DAB531-8F8F-A445-A228-7DEDD92D8D80}">
      <dgm:prSet/>
      <dgm:spPr/>
      <dgm:t>
        <a:bodyPr/>
        <a:lstStyle/>
        <a:p>
          <a:endParaRPr lang="zh-CN" altLang="en-US"/>
        </a:p>
      </dgm:t>
    </dgm:pt>
    <dgm:pt modelId="{3F46D1E4-BBDA-1A46-B4D2-3DAF8FC4D3E1}" type="sibTrans" cxnId="{92DAB531-8F8F-A445-A228-7DEDD92D8D80}">
      <dgm:prSet/>
      <dgm:spPr/>
      <dgm:t>
        <a:bodyPr/>
        <a:lstStyle/>
        <a:p>
          <a:endParaRPr lang="zh-CN" altLang="en-US"/>
        </a:p>
      </dgm:t>
    </dgm:pt>
    <dgm:pt modelId="{E430F55C-EE10-5146-8D0B-2DB7B4D6F1E9}">
      <dgm:prSet phldrT="[文本]"/>
      <dgm:spPr/>
      <dgm:t>
        <a:bodyPr/>
        <a:lstStyle/>
        <a:p>
          <a:r>
            <a:rPr lang="en-US" altLang="zh-CN" u="sng" dirty="0" err="1"/>
            <a:t>wname</a:t>
          </a:r>
          <a:endParaRPr lang="zh-CN" altLang="en-US" u="sng" dirty="0"/>
        </a:p>
      </dgm:t>
    </dgm:pt>
    <dgm:pt modelId="{39FE0B8C-5728-8D4D-8F2E-7CC685B7F058}" type="parTrans" cxnId="{DA264E18-365E-B648-8FA7-DF56519BB0B6}">
      <dgm:prSet/>
      <dgm:spPr/>
      <dgm:t>
        <a:bodyPr/>
        <a:lstStyle/>
        <a:p>
          <a:endParaRPr lang="zh-CN" altLang="en-US"/>
        </a:p>
      </dgm:t>
    </dgm:pt>
    <dgm:pt modelId="{75C77844-20C1-7147-86A4-AB93A120024D}" type="sibTrans" cxnId="{DA264E18-365E-B648-8FA7-DF56519BB0B6}">
      <dgm:prSet/>
      <dgm:spPr/>
      <dgm:t>
        <a:bodyPr/>
        <a:lstStyle/>
        <a:p>
          <a:endParaRPr lang="zh-CN" altLang="en-US"/>
        </a:p>
      </dgm:t>
    </dgm:pt>
    <dgm:pt modelId="{96323AD0-CA17-ED44-B564-482CC2E26069}">
      <dgm:prSet phldrT="[文本]"/>
      <dgm:spPr/>
      <dgm:t>
        <a:bodyPr/>
        <a:lstStyle/>
        <a:p>
          <a:r>
            <a:rPr lang="en-US" altLang="zh-CN" dirty="0"/>
            <a:t>address</a:t>
          </a:r>
          <a:endParaRPr lang="zh-CN" altLang="en-US" dirty="0"/>
        </a:p>
      </dgm:t>
    </dgm:pt>
    <dgm:pt modelId="{C77BD2EE-90F7-234D-9395-EC7522C48AF9}" type="parTrans" cxnId="{844E1AF2-10B6-B84A-952D-0EADCF47DE70}">
      <dgm:prSet/>
      <dgm:spPr/>
      <dgm:t>
        <a:bodyPr/>
        <a:lstStyle/>
        <a:p>
          <a:endParaRPr lang="zh-CN" altLang="en-US"/>
        </a:p>
      </dgm:t>
    </dgm:pt>
    <dgm:pt modelId="{9A1CFCC9-2858-B842-B4AD-18126F73D59A}" type="sibTrans" cxnId="{844E1AF2-10B6-B84A-952D-0EADCF47DE70}">
      <dgm:prSet/>
      <dgm:spPr/>
      <dgm:t>
        <a:bodyPr/>
        <a:lstStyle/>
        <a:p>
          <a:endParaRPr lang="zh-CN" altLang="en-US"/>
        </a:p>
      </dgm:t>
    </dgm:pt>
    <dgm:pt modelId="{A29AD5A2-A141-BE4C-BF1D-95D70986F075}">
      <dgm:prSet phldrT="[文本]"/>
      <dgm:spPr/>
      <dgm:t>
        <a:bodyPr/>
        <a:lstStyle/>
        <a:p>
          <a:r>
            <a:rPr lang="en-US" altLang="zh-CN" dirty="0"/>
            <a:t>Phone</a:t>
          </a:r>
        </a:p>
        <a:p>
          <a:r>
            <a:rPr lang="en-US" altLang="zh-CN" dirty="0"/>
            <a:t>number</a:t>
          </a:r>
          <a:endParaRPr lang="zh-CN" altLang="en-US" dirty="0"/>
        </a:p>
      </dgm:t>
    </dgm:pt>
    <dgm:pt modelId="{AB530A5D-CF0F-1148-BBB8-601E9E7EC0D3}" type="parTrans" cxnId="{890CF051-50B5-3E4B-8F02-10D690358037}">
      <dgm:prSet/>
      <dgm:spPr/>
      <dgm:t>
        <a:bodyPr/>
        <a:lstStyle/>
        <a:p>
          <a:endParaRPr lang="zh-CN" altLang="en-US"/>
        </a:p>
      </dgm:t>
    </dgm:pt>
    <dgm:pt modelId="{972F6333-907F-2447-8D24-AB68E8A3C758}" type="sibTrans" cxnId="{890CF051-50B5-3E4B-8F02-10D690358037}">
      <dgm:prSet/>
      <dgm:spPr/>
      <dgm:t>
        <a:bodyPr/>
        <a:lstStyle/>
        <a:p>
          <a:endParaRPr lang="zh-CN" altLang="en-US"/>
        </a:p>
      </dgm:t>
    </dgm:pt>
    <dgm:pt modelId="{0B5E624A-DE26-0F46-B73C-8176897C3F0A}" type="pres">
      <dgm:prSet presAssocID="{2CD00859-7B1F-C64B-AABB-C80FD2423C6A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836674A4-AD84-8949-BE4F-0A302322C31C}" type="pres">
      <dgm:prSet presAssocID="{83C53B1E-72B5-DA43-9903-4DF786AFB974}" presName="singleCycle" presStyleCnt="0"/>
      <dgm:spPr/>
    </dgm:pt>
    <dgm:pt modelId="{5EE8B1B1-8AFC-AE48-9C35-328EC606539F}" type="pres">
      <dgm:prSet presAssocID="{83C53B1E-72B5-DA43-9903-4DF786AFB974}" presName="singleCenter" presStyleLbl="node1" presStyleIdx="0" presStyleCnt="4">
        <dgm:presLayoutVars>
          <dgm:chMax val="7"/>
          <dgm:chPref val="7"/>
        </dgm:presLayoutVars>
      </dgm:prSet>
      <dgm:spPr/>
    </dgm:pt>
    <dgm:pt modelId="{FC2EA324-0E44-C94F-A8B5-867E78D6DF57}" type="pres">
      <dgm:prSet presAssocID="{39FE0B8C-5728-8D4D-8F2E-7CC685B7F058}" presName="Name56" presStyleLbl="parChTrans1D2" presStyleIdx="0" presStyleCnt="3"/>
      <dgm:spPr/>
    </dgm:pt>
    <dgm:pt modelId="{AA19E2E1-7DBF-3545-9BD6-AB45F14E4767}" type="pres">
      <dgm:prSet presAssocID="{E430F55C-EE10-5146-8D0B-2DB7B4D6F1E9}" presName="text0" presStyleLbl="node1" presStyleIdx="1" presStyleCnt="4" custRadScaleRad="91333" custRadScaleInc="-79032">
        <dgm:presLayoutVars>
          <dgm:bulletEnabled val="1"/>
        </dgm:presLayoutVars>
      </dgm:prSet>
      <dgm:spPr>
        <a:prstGeom prst="ellipse">
          <a:avLst/>
        </a:prstGeom>
      </dgm:spPr>
    </dgm:pt>
    <dgm:pt modelId="{E451A5E2-E591-B14F-9431-AC01C96D9CA3}" type="pres">
      <dgm:prSet presAssocID="{C77BD2EE-90F7-234D-9395-EC7522C48AF9}" presName="Name56" presStyleLbl="parChTrans1D2" presStyleIdx="1" presStyleCnt="3"/>
      <dgm:spPr/>
    </dgm:pt>
    <dgm:pt modelId="{A151C44B-74FD-2341-B11A-EE4EBDB1D9DA}" type="pres">
      <dgm:prSet presAssocID="{96323AD0-CA17-ED44-B564-482CC2E26069}" presName="text0" presStyleLbl="node1" presStyleIdx="2" presStyleCnt="4" custRadScaleRad="91040" custRadScaleInc="266508">
        <dgm:presLayoutVars>
          <dgm:bulletEnabled val="1"/>
        </dgm:presLayoutVars>
      </dgm:prSet>
      <dgm:spPr>
        <a:prstGeom prst="ellipse">
          <a:avLst/>
        </a:prstGeom>
      </dgm:spPr>
    </dgm:pt>
    <dgm:pt modelId="{F79EE1CF-71FA-2449-AFE9-3E450BBF391E}" type="pres">
      <dgm:prSet presAssocID="{AB530A5D-CF0F-1148-BBB8-601E9E7EC0D3}" presName="Name56" presStyleLbl="parChTrans1D2" presStyleIdx="2" presStyleCnt="3"/>
      <dgm:spPr/>
    </dgm:pt>
    <dgm:pt modelId="{55605264-9707-244F-94BA-56B9A58DD2DC}" type="pres">
      <dgm:prSet presAssocID="{A29AD5A2-A141-BE4C-BF1D-95D70986F075}" presName="text0" presStyleLbl="node1" presStyleIdx="3" presStyleCnt="4" custRadScaleRad="96111" custRadScaleInc="11977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C259030E-6677-9441-B698-B1C57D184A3A}" type="presOf" srcId="{83C53B1E-72B5-DA43-9903-4DF786AFB974}" destId="{5EE8B1B1-8AFC-AE48-9C35-328EC606539F}" srcOrd="0" destOrd="0" presId="urn:microsoft.com/office/officeart/2008/layout/RadialCluster"/>
    <dgm:cxn modelId="{DA264E18-365E-B648-8FA7-DF56519BB0B6}" srcId="{83C53B1E-72B5-DA43-9903-4DF786AFB974}" destId="{E430F55C-EE10-5146-8D0B-2DB7B4D6F1E9}" srcOrd="0" destOrd="0" parTransId="{39FE0B8C-5728-8D4D-8F2E-7CC685B7F058}" sibTransId="{75C77844-20C1-7147-86A4-AB93A120024D}"/>
    <dgm:cxn modelId="{480D2D1A-7E49-1B4B-ABB4-8429523E57DB}" type="presOf" srcId="{96323AD0-CA17-ED44-B564-482CC2E26069}" destId="{A151C44B-74FD-2341-B11A-EE4EBDB1D9DA}" srcOrd="0" destOrd="0" presId="urn:microsoft.com/office/officeart/2008/layout/RadialCluster"/>
    <dgm:cxn modelId="{C4D1FD2C-4120-544F-AFF8-F668EA6BEF25}" type="presOf" srcId="{39FE0B8C-5728-8D4D-8F2E-7CC685B7F058}" destId="{FC2EA324-0E44-C94F-A8B5-867E78D6DF57}" srcOrd="0" destOrd="0" presId="urn:microsoft.com/office/officeart/2008/layout/RadialCluster"/>
    <dgm:cxn modelId="{92DAB531-8F8F-A445-A228-7DEDD92D8D80}" srcId="{2CD00859-7B1F-C64B-AABB-C80FD2423C6A}" destId="{83C53B1E-72B5-DA43-9903-4DF786AFB974}" srcOrd="0" destOrd="0" parTransId="{BA4ABBB4-6736-7D4A-956C-3B176EEFC871}" sibTransId="{3F46D1E4-BBDA-1A46-B4D2-3DAF8FC4D3E1}"/>
    <dgm:cxn modelId="{C9FE1D4F-4FD5-8B47-8AD8-D88662C05261}" type="presOf" srcId="{C77BD2EE-90F7-234D-9395-EC7522C48AF9}" destId="{E451A5E2-E591-B14F-9431-AC01C96D9CA3}" srcOrd="0" destOrd="0" presId="urn:microsoft.com/office/officeart/2008/layout/RadialCluster"/>
    <dgm:cxn modelId="{890CF051-50B5-3E4B-8F02-10D690358037}" srcId="{83C53B1E-72B5-DA43-9903-4DF786AFB974}" destId="{A29AD5A2-A141-BE4C-BF1D-95D70986F075}" srcOrd="2" destOrd="0" parTransId="{AB530A5D-CF0F-1148-BBB8-601E9E7EC0D3}" sibTransId="{972F6333-907F-2447-8D24-AB68E8A3C758}"/>
    <dgm:cxn modelId="{76FB6F67-A450-D446-8DB1-E4DA8ADE0735}" type="presOf" srcId="{E430F55C-EE10-5146-8D0B-2DB7B4D6F1E9}" destId="{AA19E2E1-7DBF-3545-9BD6-AB45F14E4767}" srcOrd="0" destOrd="0" presId="urn:microsoft.com/office/officeart/2008/layout/RadialCluster"/>
    <dgm:cxn modelId="{5959C8EA-3D67-C24D-9C02-0CFA98AFB703}" type="presOf" srcId="{2CD00859-7B1F-C64B-AABB-C80FD2423C6A}" destId="{0B5E624A-DE26-0F46-B73C-8176897C3F0A}" srcOrd="0" destOrd="0" presId="urn:microsoft.com/office/officeart/2008/layout/RadialCluster"/>
    <dgm:cxn modelId="{B64890F0-0E66-C64D-815E-FB5AA0852DD2}" type="presOf" srcId="{AB530A5D-CF0F-1148-BBB8-601E9E7EC0D3}" destId="{F79EE1CF-71FA-2449-AFE9-3E450BBF391E}" srcOrd="0" destOrd="0" presId="urn:microsoft.com/office/officeart/2008/layout/RadialCluster"/>
    <dgm:cxn modelId="{844E1AF2-10B6-B84A-952D-0EADCF47DE70}" srcId="{83C53B1E-72B5-DA43-9903-4DF786AFB974}" destId="{96323AD0-CA17-ED44-B564-482CC2E26069}" srcOrd="1" destOrd="0" parTransId="{C77BD2EE-90F7-234D-9395-EC7522C48AF9}" sibTransId="{9A1CFCC9-2858-B842-B4AD-18126F73D59A}"/>
    <dgm:cxn modelId="{428600F4-6CEC-2044-BC35-065D399CA69B}" type="presOf" srcId="{A29AD5A2-A141-BE4C-BF1D-95D70986F075}" destId="{55605264-9707-244F-94BA-56B9A58DD2DC}" srcOrd="0" destOrd="0" presId="urn:microsoft.com/office/officeart/2008/layout/RadialCluster"/>
    <dgm:cxn modelId="{62950BA3-ADA7-9242-80B0-AEE5D2432488}" type="presParOf" srcId="{0B5E624A-DE26-0F46-B73C-8176897C3F0A}" destId="{836674A4-AD84-8949-BE4F-0A302322C31C}" srcOrd="0" destOrd="0" presId="urn:microsoft.com/office/officeart/2008/layout/RadialCluster"/>
    <dgm:cxn modelId="{F1A3A51F-9772-F040-BADD-E931E73DDBAB}" type="presParOf" srcId="{836674A4-AD84-8949-BE4F-0A302322C31C}" destId="{5EE8B1B1-8AFC-AE48-9C35-328EC606539F}" srcOrd="0" destOrd="0" presId="urn:microsoft.com/office/officeart/2008/layout/RadialCluster"/>
    <dgm:cxn modelId="{BFEB6604-6C45-204A-A922-52C9DCB3191C}" type="presParOf" srcId="{836674A4-AD84-8949-BE4F-0A302322C31C}" destId="{FC2EA324-0E44-C94F-A8B5-867E78D6DF57}" srcOrd="1" destOrd="0" presId="urn:microsoft.com/office/officeart/2008/layout/RadialCluster"/>
    <dgm:cxn modelId="{96512775-BFA1-7D4C-882D-4A8CFA3BA5FE}" type="presParOf" srcId="{836674A4-AD84-8949-BE4F-0A302322C31C}" destId="{AA19E2E1-7DBF-3545-9BD6-AB45F14E4767}" srcOrd="2" destOrd="0" presId="urn:microsoft.com/office/officeart/2008/layout/RadialCluster"/>
    <dgm:cxn modelId="{E22E71AA-744D-614C-8973-F20A0120B280}" type="presParOf" srcId="{836674A4-AD84-8949-BE4F-0A302322C31C}" destId="{E451A5E2-E591-B14F-9431-AC01C96D9CA3}" srcOrd="3" destOrd="0" presId="urn:microsoft.com/office/officeart/2008/layout/RadialCluster"/>
    <dgm:cxn modelId="{75607E02-6777-F04A-B4B7-D09B1032B4ED}" type="presParOf" srcId="{836674A4-AD84-8949-BE4F-0A302322C31C}" destId="{A151C44B-74FD-2341-B11A-EE4EBDB1D9DA}" srcOrd="4" destOrd="0" presId="urn:microsoft.com/office/officeart/2008/layout/RadialCluster"/>
    <dgm:cxn modelId="{47AED947-721B-3B4A-9542-B71B11941964}" type="presParOf" srcId="{836674A4-AD84-8949-BE4F-0A302322C31C}" destId="{F79EE1CF-71FA-2449-AFE9-3E450BBF391E}" srcOrd="5" destOrd="0" presId="urn:microsoft.com/office/officeart/2008/layout/RadialCluster"/>
    <dgm:cxn modelId="{615DC100-BC0F-1E42-B183-CFE13F9B2A03}" type="presParOf" srcId="{836674A4-AD84-8949-BE4F-0A302322C31C}" destId="{55605264-9707-244F-94BA-56B9A58DD2DC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D00859-7B1F-C64B-AABB-C80FD2423C6A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3C53B1E-72B5-DA43-9903-4DF786AFB974}">
      <dgm:prSet phldrT="[文本]"/>
      <dgm:spPr/>
      <dgm:t>
        <a:bodyPr/>
        <a:lstStyle/>
        <a:p>
          <a:r>
            <a:rPr lang="en-US" altLang="zh-CN" dirty="0"/>
            <a:t>maintenance </a:t>
          </a:r>
        </a:p>
        <a:p>
          <a:r>
            <a:rPr lang="en-US" altLang="zh-CN" dirty="0"/>
            <a:t>work</a:t>
          </a:r>
          <a:endParaRPr lang="zh-CN" altLang="en-US" dirty="0"/>
        </a:p>
      </dgm:t>
    </dgm:pt>
    <dgm:pt modelId="{BA4ABBB4-6736-7D4A-956C-3B176EEFC871}" type="parTrans" cxnId="{92DAB531-8F8F-A445-A228-7DEDD92D8D80}">
      <dgm:prSet/>
      <dgm:spPr/>
      <dgm:t>
        <a:bodyPr/>
        <a:lstStyle/>
        <a:p>
          <a:endParaRPr lang="zh-CN" altLang="en-US"/>
        </a:p>
      </dgm:t>
    </dgm:pt>
    <dgm:pt modelId="{3F46D1E4-BBDA-1A46-B4D2-3DAF8FC4D3E1}" type="sibTrans" cxnId="{92DAB531-8F8F-A445-A228-7DEDD92D8D80}">
      <dgm:prSet/>
      <dgm:spPr/>
      <dgm:t>
        <a:bodyPr/>
        <a:lstStyle/>
        <a:p>
          <a:endParaRPr lang="zh-CN" altLang="en-US"/>
        </a:p>
      </dgm:t>
    </dgm:pt>
    <dgm:pt modelId="{E430F55C-EE10-5146-8D0B-2DB7B4D6F1E9}">
      <dgm:prSet phldrT="[文本]" custT="1"/>
      <dgm:spPr/>
      <dgm:t>
        <a:bodyPr/>
        <a:lstStyle/>
        <a:p>
          <a:r>
            <a:rPr lang="en-US" altLang="zh-CN" sz="800" u="sng" dirty="0"/>
            <a:t>number</a:t>
          </a:r>
          <a:endParaRPr lang="zh-CN" altLang="en-US" sz="500" u="sng" dirty="0"/>
        </a:p>
      </dgm:t>
    </dgm:pt>
    <dgm:pt modelId="{39FE0B8C-5728-8D4D-8F2E-7CC685B7F058}" type="parTrans" cxnId="{DA264E18-365E-B648-8FA7-DF56519BB0B6}">
      <dgm:prSet/>
      <dgm:spPr/>
      <dgm:t>
        <a:bodyPr/>
        <a:lstStyle/>
        <a:p>
          <a:endParaRPr lang="zh-CN" altLang="en-US"/>
        </a:p>
      </dgm:t>
    </dgm:pt>
    <dgm:pt modelId="{75C77844-20C1-7147-86A4-AB93A120024D}" type="sibTrans" cxnId="{DA264E18-365E-B648-8FA7-DF56519BB0B6}">
      <dgm:prSet/>
      <dgm:spPr/>
      <dgm:t>
        <a:bodyPr/>
        <a:lstStyle/>
        <a:p>
          <a:endParaRPr lang="zh-CN" altLang="en-US"/>
        </a:p>
      </dgm:t>
    </dgm:pt>
    <dgm:pt modelId="{96323AD0-CA17-ED44-B564-482CC2E26069}">
      <dgm:prSet phldrT="[文本]"/>
      <dgm:spPr/>
      <dgm:t>
        <a:bodyPr/>
        <a:lstStyle/>
        <a:p>
          <a:r>
            <a:rPr lang="en-US" altLang="zh-CN" dirty="0"/>
            <a:t>start</a:t>
          </a:r>
          <a:endParaRPr lang="zh-CN" altLang="en-US" dirty="0"/>
        </a:p>
      </dgm:t>
    </dgm:pt>
    <dgm:pt modelId="{C77BD2EE-90F7-234D-9395-EC7522C48AF9}" type="parTrans" cxnId="{844E1AF2-10B6-B84A-952D-0EADCF47DE70}">
      <dgm:prSet/>
      <dgm:spPr/>
      <dgm:t>
        <a:bodyPr/>
        <a:lstStyle/>
        <a:p>
          <a:endParaRPr lang="zh-CN" altLang="en-US"/>
        </a:p>
      </dgm:t>
    </dgm:pt>
    <dgm:pt modelId="{9A1CFCC9-2858-B842-B4AD-18126F73D59A}" type="sibTrans" cxnId="{844E1AF2-10B6-B84A-952D-0EADCF47DE70}">
      <dgm:prSet/>
      <dgm:spPr/>
      <dgm:t>
        <a:bodyPr/>
        <a:lstStyle/>
        <a:p>
          <a:endParaRPr lang="zh-CN" altLang="en-US"/>
        </a:p>
      </dgm:t>
    </dgm:pt>
    <dgm:pt modelId="{A29AD5A2-A141-BE4C-BF1D-95D70986F075}">
      <dgm:prSet phldrT="[文本]"/>
      <dgm:spPr/>
      <dgm:t>
        <a:bodyPr/>
        <a:lstStyle/>
        <a:p>
          <a:r>
            <a:rPr lang="en-US" altLang="zh-CN" dirty="0"/>
            <a:t>end</a:t>
          </a:r>
          <a:endParaRPr lang="zh-CN" altLang="en-US" dirty="0"/>
        </a:p>
      </dgm:t>
    </dgm:pt>
    <dgm:pt modelId="{AB530A5D-CF0F-1148-BBB8-601E9E7EC0D3}" type="parTrans" cxnId="{890CF051-50B5-3E4B-8F02-10D690358037}">
      <dgm:prSet/>
      <dgm:spPr/>
      <dgm:t>
        <a:bodyPr/>
        <a:lstStyle/>
        <a:p>
          <a:endParaRPr lang="zh-CN" altLang="en-US"/>
        </a:p>
      </dgm:t>
    </dgm:pt>
    <dgm:pt modelId="{972F6333-907F-2447-8D24-AB68E8A3C758}" type="sibTrans" cxnId="{890CF051-50B5-3E4B-8F02-10D690358037}">
      <dgm:prSet/>
      <dgm:spPr/>
      <dgm:t>
        <a:bodyPr/>
        <a:lstStyle/>
        <a:p>
          <a:endParaRPr lang="zh-CN" altLang="en-US"/>
        </a:p>
      </dgm:t>
    </dgm:pt>
    <dgm:pt modelId="{81DC05AD-27E7-AC46-84DF-203A99113B74}">
      <dgm:prSet phldrT="[文本]"/>
      <dgm:spPr/>
      <dgm:t>
        <a:bodyPr/>
        <a:lstStyle/>
        <a:p>
          <a:r>
            <a:rPr lang="en-CA" dirty="0"/>
            <a:t>labor hours </a:t>
          </a:r>
          <a:endParaRPr lang="zh-CN" altLang="en-US" dirty="0"/>
        </a:p>
      </dgm:t>
    </dgm:pt>
    <dgm:pt modelId="{E9FB6551-24E4-5940-89D9-0D3878759DBF}" type="parTrans" cxnId="{DEEC8A2E-EC30-4F45-BA3E-F8DF3B8AB617}">
      <dgm:prSet/>
      <dgm:spPr/>
      <dgm:t>
        <a:bodyPr/>
        <a:lstStyle/>
        <a:p>
          <a:endParaRPr lang="zh-CN" altLang="en-US"/>
        </a:p>
      </dgm:t>
    </dgm:pt>
    <dgm:pt modelId="{AF2B84E4-A711-1D49-B81B-3372F02F13A1}" type="sibTrans" cxnId="{DEEC8A2E-EC30-4F45-BA3E-F8DF3B8AB617}">
      <dgm:prSet/>
      <dgm:spPr/>
      <dgm:t>
        <a:bodyPr/>
        <a:lstStyle/>
        <a:p>
          <a:endParaRPr lang="zh-CN" altLang="en-US"/>
        </a:p>
      </dgm:t>
    </dgm:pt>
    <dgm:pt modelId="{0B5E624A-DE26-0F46-B73C-8176897C3F0A}" type="pres">
      <dgm:prSet presAssocID="{2CD00859-7B1F-C64B-AABB-C80FD2423C6A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836674A4-AD84-8949-BE4F-0A302322C31C}" type="pres">
      <dgm:prSet presAssocID="{83C53B1E-72B5-DA43-9903-4DF786AFB974}" presName="singleCycle" presStyleCnt="0"/>
      <dgm:spPr/>
    </dgm:pt>
    <dgm:pt modelId="{5EE8B1B1-8AFC-AE48-9C35-328EC606539F}" type="pres">
      <dgm:prSet presAssocID="{83C53B1E-72B5-DA43-9903-4DF786AFB974}" presName="singleCenter" presStyleLbl="node1" presStyleIdx="0" presStyleCnt="5">
        <dgm:presLayoutVars>
          <dgm:chMax val="7"/>
          <dgm:chPref val="7"/>
        </dgm:presLayoutVars>
      </dgm:prSet>
      <dgm:spPr/>
    </dgm:pt>
    <dgm:pt modelId="{FC2EA324-0E44-C94F-A8B5-867E78D6DF57}" type="pres">
      <dgm:prSet presAssocID="{39FE0B8C-5728-8D4D-8F2E-7CC685B7F058}" presName="Name56" presStyleLbl="parChTrans1D2" presStyleIdx="0" presStyleCnt="4"/>
      <dgm:spPr/>
    </dgm:pt>
    <dgm:pt modelId="{AA19E2E1-7DBF-3545-9BD6-AB45F14E4767}" type="pres">
      <dgm:prSet presAssocID="{E430F55C-EE10-5146-8D0B-2DB7B4D6F1E9}" presName="text0" presStyleLbl="node1" presStyleIdx="1" presStyleCnt="5" custRadScaleRad="91333" custRadScaleInc="-79032">
        <dgm:presLayoutVars>
          <dgm:bulletEnabled val="1"/>
        </dgm:presLayoutVars>
      </dgm:prSet>
      <dgm:spPr>
        <a:prstGeom prst="ellipse">
          <a:avLst/>
        </a:prstGeom>
      </dgm:spPr>
    </dgm:pt>
    <dgm:pt modelId="{E451A5E2-E591-B14F-9431-AC01C96D9CA3}" type="pres">
      <dgm:prSet presAssocID="{C77BD2EE-90F7-234D-9395-EC7522C48AF9}" presName="Name56" presStyleLbl="parChTrans1D2" presStyleIdx="1" presStyleCnt="4"/>
      <dgm:spPr/>
    </dgm:pt>
    <dgm:pt modelId="{A151C44B-74FD-2341-B11A-EE4EBDB1D9DA}" type="pres">
      <dgm:prSet presAssocID="{96323AD0-CA17-ED44-B564-482CC2E26069}" presName="text0" presStyleLbl="node1" presStyleIdx="2" presStyleCnt="5" custRadScaleRad="128837" custRadScaleInc="383583">
        <dgm:presLayoutVars>
          <dgm:bulletEnabled val="1"/>
        </dgm:presLayoutVars>
      </dgm:prSet>
      <dgm:spPr>
        <a:prstGeom prst="ellipse">
          <a:avLst/>
        </a:prstGeom>
      </dgm:spPr>
    </dgm:pt>
    <dgm:pt modelId="{F79EE1CF-71FA-2449-AFE9-3E450BBF391E}" type="pres">
      <dgm:prSet presAssocID="{AB530A5D-CF0F-1148-BBB8-601E9E7EC0D3}" presName="Name56" presStyleLbl="parChTrans1D2" presStyleIdx="2" presStyleCnt="4"/>
      <dgm:spPr/>
    </dgm:pt>
    <dgm:pt modelId="{55605264-9707-244F-94BA-56B9A58DD2DC}" type="pres">
      <dgm:prSet presAssocID="{A29AD5A2-A141-BE4C-BF1D-95D70986F075}" presName="text0" presStyleLbl="node1" presStyleIdx="3" presStyleCnt="5" custRadScaleRad="112011" custRadScaleInc="106862">
        <dgm:presLayoutVars>
          <dgm:bulletEnabled val="1"/>
        </dgm:presLayoutVars>
      </dgm:prSet>
      <dgm:spPr>
        <a:prstGeom prst="ellipse">
          <a:avLst/>
        </a:prstGeom>
      </dgm:spPr>
    </dgm:pt>
    <dgm:pt modelId="{90225896-FCAD-3C47-997A-4A327A4B5329}" type="pres">
      <dgm:prSet presAssocID="{E9FB6551-24E4-5940-89D9-0D3878759DBF}" presName="Name56" presStyleLbl="parChTrans1D2" presStyleIdx="3" presStyleCnt="4"/>
      <dgm:spPr/>
    </dgm:pt>
    <dgm:pt modelId="{E19A6DCD-FE8C-C84E-A986-BAEAABF084A2}" type="pres">
      <dgm:prSet presAssocID="{81DC05AD-27E7-AC46-84DF-203A99113B74}" presName="text0" presStyleLbl="node1" presStyleIdx="4" presStyleCnt="5" custRadScaleRad="134819" custRadScaleInc="41363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C259030E-6677-9441-B698-B1C57D184A3A}" type="presOf" srcId="{83C53B1E-72B5-DA43-9903-4DF786AFB974}" destId="{5EE8B1B1-8AFC-AE48-9C35-328EC606539F}" srcOrd="0" destOrd="0" presId="urn:microsoft.com/office/officeart/2008/layout/RadialCluster"/>
    <dgm:cxn modelId="{DA264E18-365E-B648-8FA7-DF56519BB0B6}" srcId="{83C53B1E-72B5-DA43-9903-4DF786AFB974}" destId="{E430F55C-EE10-5146-8D0B-2DB7B4D6F1E9}" srcOrd="0" destOrd="0" parTransId="{39FE0B8C-5728-8D4D-8F2E-7CC685B7F058}" sibTransId="{75C77844-20C1-7147-86A4-AB93A120024D}"/>
    <dgm:cxn modelId="{480D2D1A-7E49-1B4B-ABB4-8429523E57DB}" type="presOf" srcId="{96323AD0-CA17-ED44-B564-482CC2E26069}" destId="{A151C44B-74FD-2341-B11A-EE4EBDB1D9DA}" srcOrd="0" destOrd="0" presId="urn:microsoft.com/office/officeart/2008/layout/RadialCluster"/>
    <dgm:cxn modelId="{C4D1FD2C-4120-544F-AFF8-F668EA6BEF25}" type="presOf" srcId="{39FE0B8C-5728-8D4D-8F2E-7CC685B7F058}" destId="{FC2EA324-0E44-C94F-A8B5-867E78D6DF57}" srcOrd="0" destOrd="0" presId="urn:microsoft.com/office/officeart/2008/layout/RadialCluster"/>
    <dgm:cxn modelId="{DEEC8A2E-EC30-4F45-BA3E-F8DF3B8AB617}" srcId="{83C53B1E-72B5-DA43-9903-4DF786AFB974}" destId="{81DC05AD-27E7-AC46-84DF-203A99113B74}" srcOrd="3" destOrd="0" parTransId="{E9FB6551-24E4-5940-89D9-0D3878759DBF}" sibTransId="{AF2B84E4-A711-1D49-B81B-3372F02F13A1}"/>
    <dgm:cxn modelId="{92DAB531-8F8F-A445-A228-7DEDD92D8D80}" srcId="{2CD00859-7B1F-C64B-AABB-C80FD2423C6A}" destId="{83C53B1E-72B5-DA43-9903-4DF786AFB974}" srcOrd="0" destOrd="0" parTransId="{BA4ABBB4-6736-7D4A-956C-3B176EEFC871}" sibTransId="{3F46D1E4-BBDA-1A46-B4D2-3DAF8FC4D3E1}"/>
    <dgm:cxn modelId="{5AEB4442-CAB2-DC40-9A85-04FBC1B89232}" type="presOf" srcId="{81DC05AD-27E7-AC46-84DF-203A99113B74}" destId="{E19A6DCD-FE8C-C84E-A986-BAEAABF084A2}" srcOrd="0" destOrd="0" presId="urn:microsoft.com/office/officeart/2008/layout/RadialCluster"/>
    <dgm:cxn modelId="{C9FE1D4F-4FD5-8B47-8AD8-D88662C05261}" type="presOf" srcId="{C77BD2EE-90F7-234D-9395-EC7522C48AF9}" destId="{E451A5E2-E591-B14F-9431-AC01C96D9CA3}" srcOrd="0" destOrd="0" presId="urn:microsoft.com/office/officeart/2008/layout/RadialCluster"/>
    <dgm:cxn modelId="{890CF051-50B5-3E4B-8F02-10D690358037}" srcId="{83C53B1E-72B5-DA43-9903-4DF786AFB974}" destId="{A29AD5A2-A141-BE4C-BF1D-95D70986F075}" srcOrd="2" destOrd="0" parTransId="{AB530A5D-CF0F-1148-BBB8-601E9E7EC0D3}" sibTransId="{972F6333-907F-2447-8D24-AB68E8A3C758}"/>
    <dgm:cxn modelId="{76FB6F67-A450-D446-8DB1-E4DA8ADE0735}" type="presOf" srcId="{E430F55C-EE10-5146-8D0B-2DB7B4D6F1E9}" destId="{AA19E2E1-7DBF-3545-9BD6-AB45F14E4767}" srcOrd="0" destOrd="0" presId="urn:microsoft.com/office/officeart/2008/layout/RadialCluster"/>
    <dgm:cxn modelId="{E8A0ED9E-AAC8-C849-8FA0-F6FB829D51AE}" type="presOf" srcId="{E9FB6551-24E4-5940-89D9-0D3878759DBF}" destId="{90225896-FCAD-3C47-997A-4A327A4B5329}" srcOrd="0" destOrd="0" presId="urn:microsoft.com/office/officeart/2008/layout/RadialCluster"/>
    <dgm:cxn modelId="{5959C8EA-3D67-C24D-9C02-0CFA98AFB703}" type="presOf" srcId="{2CD00859-7B1F-C64B-AABB-C80FD2423C6A}" destId="{0B5E624A-DE26-0F46-B73C-8176897C3F0A}" srcOrd="0" destOrd="0" presId="urn:microsoft.com/office/officeart/2008/layout/RadialCluster"/>
    <dgm:cxn modelId="{B64890F0-0E66-C64D-815E-FB5AA0852DD2}" type="presOf" srcId="{AB530A5D-CF0F-1148-BBB8-601E9E7EC0D3}" destId="{F79EE1CF-71FA-2449-AFE9-3E450BBF391E}" srcOrd="0" destOrd="0" presId="urn:microsoft.com/office/officeart/2008/layout/RadialCluster"/>
    <dgm:cxn modelId="{844E1AF2-10B6-B84A-952D-0EADCF47DE70}" srcId="{83C53B1E-72B5-DA43-9903-4DF786AFB974}" destId="{96323AD0-CA17-ED44-B564-482CC2E26069}" srcOrd="1" destOrd="0" parTransId="{C77BD2EE-90F7-234D-9395-EC7522C48AF9}" sibTransId="{9A1CFCC9-2858-B842-B4AD-18126F73D59A}"/>
    <dgm:cxn modelId="{428600F4-6CEC-2044-BC35-065D399CA69B}" type="presOf" srcId="{A29AD5A2-A141-BE4C-BF1D-95D70986F075}" destId="{55605264-9707-244F-94BA-56B9A58DD2DC}" srcOrd="0" destOrd="0" presId="urn:microsoft.com/office/officeart/2008/layout/RadialCluster"/>
    <dgm:cxn modelId="{62950BA3-ADA7-9242-80B0-AEE5D2432488}" type="presParOf" srcId="{0B5E624A-DE26-0F46-B73C-8176897C3F0A}" destId="{836674A4-AD84-8949-BE4F-0A302322C31C}" srcOrd="0" destOrd="0" presId="urn:microsoft.com/office/officeart/2008/layout/RadialCluster"/>
    <dgm:cxn modelId="{F1A3A51F-9772-F040-BADD-E931E73DDBAB}" type="presParOf" srcId="{836674A4-AD84-8949-BE4F-0A302322C31C}" destId="{5EE8B1B1-8AFC-AE48-9C35-328EC606539F}" srcOrd="0" destOrd="0" presId="urn:microsoft.com/office/officeart/2008/layout/RadialCluster"/>
    <dgm:cxn modelId="{BFEB6604-6C45-204A-A922-52C9DCB3191C}" type="presParOf" srcId="{836674A4-AD84-8949-BE4F-0A302322C31C}" destId="{FC2EA324-0E44-C94F-A8B5-867E78D6DF57}" srcOrd="1" destOrd="0" presId="urn:microsoft.com/office/officeart/2008/layout/RadialCluster"/>
    <dgm:cxn modelId="{96512775-BFA1-7D4C-882D-4A8CFA3BA5FE}" type="presParOf" srcId="{836674A4-AD84-8949-BE4F-0A302322C31C}" destId="{AA19E2E1-7DBF-3545-9BD6-AB45F14E4767}" srcOrd="2" destOrd="0" presId="urn:microsoft.com/office/officeart/2008/layout/RadialCluster"/>
    <dgm:cxn modelId="{E22E71AA-744D-614C-8973-F20A0120B280}" type="presParOf" srcId="{836674A4-AD84-8949-BE4F-0A302322C31C}" destId="{E451A5E2-E591-B14F-9431-AC01C96D9CA3}" srcOrd="3" destOrd="0" presId="urn:microsoft.com/office/officeart/2008/layout/RadialCluster"/>
    <dgm:cxn modelId="{75607E02-6777-F04A-B4B7-D09B1032B4ED}" type="presParOf" srcId="{836674A4-AD84-8949-BE4F-0A302322C31C}" destId="{A151C44B-74FD-2341-B11A-EE4EBDB1D9DA}" srcOrd="4" destOrd="0" presId="urn:microsoft.com/office/officeart/2008/layout/RadialCluster"/>
    <dgm:cxn modelId="{47AED947-721B-3B4A-9542-B71B11941964}" type="presParOf" srcId="{836674A4-AD84-8949-BE4F-0A302322C31C}" destId="{F79EE1CF-71FA-2449-AFE9-3E450BBF391E}" srcOrd="5" destOrd="0" presId="urn:microsoft.com/office/officeart/2008/layout/RadialCluster"/>
    <dgm:cxn modelId="{615DC100-BC0F-1E42-B183-CFE13F9B2A03}" type="presParOf" srcId="{836674A4-AD84-8949-BE4F-0A302322C31C}" destId="{55605264-9707-244F-94BA-56B9A58DD2DC}" srcOrd="6" destOrd="0" presId="urn:microsoft.com/office/officeart/2008/layout/RadialCluster"/>
    <dgm:cxn modelId="{FDF9A2FD-F750-854B-940D-746EC1BD021C}" type="presParOf" srcId="{836674A4-AD84-8949-BE4F-0A302322C31C}" destId="{90225896-FCAD-3C47-997A-4A327A4B5329}" srcOrd="7" destOrd="0" presId="urn:microsoft.com/office/officeart/2008/layout/RadialCluster"/>
    <dgm:cxn modelId="{8C3F48EA-5C2F-5E4E-9BCC-412828CA723E}" type="presParOf" srcId="{836674A4-AD84-8949-BE4F-0A302322C31C}" destId="{E19A6DCD-FE8C-C84E-A986-BAEAABF084A2}" srcOrd="8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CD00859-7B1F-C64B-AABB-C80FD2423C6A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3C53B1E-72B5-DA43-9903-4DF786AFB974}">
      <dgm:prSet phldrT="[文本]"/>
      <dgm:spPr/>
      <dgm:t>
        <a:bodyPr/>
        <a:lstStyle/>
        <a:p>
          <a:r>
            <a:rPr lang="en-US" altLang="zh-CN" dirty="0"/>
            <a:t>automobile</a:t>
          </a:r>
          <a:endParaRPr lang="zh-CN" altLang="en-US" dirty="0"/>
        </a:p>
      </dgm:t>
    </dgm:pt>
    <dgm:pt modelId="{BA4ABBB4-6736-7D4A-956C-3B176EEFC871}" type="parTrans" cxnId="{92DAB531-8F8F-A445-A228-7DEDD92D8D80}">
      <dgm:prSet/>
      <dgm:spPr/>
      <dgm:t>
        <a:bodyPr/>
        <a:lstStyle/>
        <a:p>
          <a:endParaRPr lang="zh-CN" altLang="en-US"/>
        </a:p>
      </dgm:t>
    </dgm:pt>
    <dgm:pt modelId="{3F46D1E4-BBDA-1A46-B4D2-3DAF8FC4D3E1}" type="sibTrans" cxnId="{92DAB531-8F8F-A445-A228-7DEDD92D8D80}">
      <dgm:prSet/>
      <dgm:spPr/>
      <dgm:t>
        <a:bodyPr/>
        <a:lstStyle/>
        <a:p>
          <a:endParaRPr lang="zh-CN" altLang="en-US"/>
        </a:p>
      </dgm:t>
    </dgm:pt>
    <dgm:pt modelId="{E430F55C-EE10-5146-8D0B-2DB7B4D6F1E9}">
      <dgm:prSet phldrT="[文本]"/>
      <dgm:spPr/>
      <dgm:t>
        <a:bodyPr/>
        <a:lstStyle/>
        <a:p>
          <a:r>
            <a:rPr lang="en-US" altLang="zh-CN" u="sng" dirty="0"/>
            <a:t>registration</a:t>
          </a:r>
          <a:endParaRPr lang="zh-CN" altLang="en-US" u="sng" dirty="0"/>
        </a:p>
      </dgm:t>
    </dgm:pt>
    <dgm:pt modelId="{39FE0B8C-5728-8D4D-8F2E-7CC685B7F058}" type="parTrans" cxnId="{DA264E18-365E-B648-8FA7-DF56519BB0B6}">
      <dgm:prSet/>
      <dgm:spPr/>
      <dgm:t>
        <a:bodyPr/>
        <a:lstStyle/>
        <a:p>
          <a:endParaRPr lang="zh-CN" altLang="en-US"/>
        </a:p>
      </dgm:t>
    </dgm:pt>
    <dgm:pt modelId="{75C77844-20C1-7147-86A4-AB93A120024D}" type="sibTrans" cxnId="{DA264E18-365E-B648-8FA7-DF56519BB0B6}">
      <dgm:prSet/>
      <dgm:spPr/>
      <dgm:t>
        <a:bodyPr/>
        <a:lstStyle/>
        <a:p>
          <a:endParaRPr lang="zh-CN" altLang="en-US"/>
        </a:p>
      </dgm:t>
    </dgm:pt>
    <dgm:pt modelId="{96323AD0-CA17-ED44-B564-482CC2E26069}">
      <dgm:prSet phldrT="[文本]"/>
      <dgm:spPr/>
      <dgm:t>
        <a:bodyPr/>
        <a:lstStyle/>
        <a:p>
          <a:r>
            <a:rPr lang="en-US" altLang="zh-CN" dirty="0"/>
            <a:t>Make/model</a:t>
          </a:r>
          <a:endParaRPr lang="zh-CN" altLang="en-US" dirty="0"/>
        </a:p>
      </dgm:t>
    </dgm:pt>
    <dgm:pt modelId="{C77BD2EE-90F7-234D-9395-EC7522C48AF9}" type="parTrans" cxnId="{844E1AF2-10B6-B84A-952D-0EADCF47DE70}">
      <dgm:prSet/>
      <dgm:spPr/>
      <dgm:t>
        <a:bodyPr/>
        <a:lstStyle/>
        <a:p>
          <a:endParaRPr lang="zh-CN" altLang="en-US"/>
        </a:p>
      </dgm:t>
    </dgm:pt>
    <dgm:pt modelId="{9A1CFCC9-2858-B842-B4AD-18126F73D59A}" type="sibTrans" cxnId="{844E1AF2-10B6-B84A-952D-0EADCF47DE70}">
      <dgm:prSet/>
      <dgm:spPr/>
      <dgm:t>
        <a:bodyPr/>
        <a:lstStyle/>
        <a:p>
          <a:endParaRPr lang="zh-CN" altLang="en-US"/>
        </a:p>
      </dgm:t>
    </dgm:pt>
    <dgm:pt modelId="{A29AD5A2-A141-BE4C-BF1D-95D70986F075}">
      <dgm:prSet phldrT="[文本]"/>
      <dgm:spPr/>
      <dgm:t>
        <a:bodyPr/>
        <a:lstStyle/>
        <a:p>
          <a:r>
            <a:rPr lang="en-US" altLang="zh-CN" dirty="0"/>
            <a:t>owner</a:t>
          </a:r>
        </a:p>
      </dgm:t>
    </dgm:pt>
    <dgm:pt modelId="{AB530A5D-CF0F-1148-BBB8-601E9E7EC0D3}" type="parTrans" cxnId="{890CF051-50B5-3E4B-8F02-10D690358037}">
      <dgm:prSet/>
      <dgm:spPr/>
      <dgm:t>
        <a:bodyPr/>
        <a:lstStyle/>
        <a:p>
          <a:endParaRPr lang="zh-CN" altLang="en-US"/>
        </a:p>
      </dgm:t>
    </dgm:pt>
    <dgm:pt modelId="{972F6333-907F-2447-8D24-AB68E8A3C758}" type="sibTrans" cxnId="{890CF051-50B5-3E4B-8F02-10D690358037}">
      <dgm:prSet/>
      <dgm:spPr/>
      <dgm:t>
        <a:bodyPr/>
        <a:lstStyle/>
        <a:p>
          <a:endParaRPr lang="zh-CN" altLang="en-US"/>
        </a:p>
      </dgm:t>
    </dgm:pt>
    <dgm:pt modelId="{0B5E624A-DE26-0F46-B73C-8176897C3F0A}" type="pres">
      <dgm:prSet presAssocID="{2CD00859-7B1F-C64B-AABB-C80FD2423C6A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836674A4-AD84-8949-BE4F-0A302322C31C}" type="pres">
      <dgm:prSet presAssocID="{83C53B1E-72B5-DA43-9903-4DF786AFB974}" presName="singleCycle" presStyleCnt="0"/>
      <dgm:spPr/>
    </dgm:pt>
    <dgm:pt modelId="{5EE8B1B1-8AFC-AE48-9C35-328EC606539F}" type="pres">
      <dgm:prSet presAssocID="{83C53B1E-72B5-DA43-9903-4DF786AFB974}" presName="singleCenter" presStyleLbl="node1" presStyleIdx="0" presStyleCnt="4">
        <dgm:presLayoutVars>
          <dgm:chMax val="7"/>
          <dgm:chPref val="7"/>
        </dgm:presLayoutVars>
      </dgm:prSet>
      <dgm:spPr/>
    </dgm:pt>
    <dgm:pt modelId="{FC2EA324-0E44-C94F-A8B5-867E78D6DF57}" type="pres">
      <dgm:prSet presAssocID="{39FE0B8C-5728-8D4D-8F2E-7CC685B7F058}" presName="Name56" presStyleLbl="parChTrans1D2" presStyleIdx="0" presStyleCnt="3"/>
      <dgm:spPr/>
    </dgm:pt>
    <dgm:pt modelId="{AA19E2E1-7DBF-3545-9BD6-AB45F14E4767}" type="pres">
      <dgm:prSet presAssocID="{E430F55C-EE10-5146-8D0B-2DB7B4D6F1E9}" presName="text0" presStyleLbl="node1" presStyleIdx="1" presStyleCnt="4" custRadScaleRad="83431" custRadScaleInc="4506">
        <dgm:presLayoutVars>
          <dgm:bulletEnabled val="1"/>
        </dgm:presLayoutVars>
      </dgm:prSet>
      <dgm:spPr>
        <a:prstGeom prst="ellipse">
          <a:avLst/>
        </a:prstGeom>
      </dgm:spPr>
    </dgm:pt>
    <dgm:pt modelId="{E451A5E2-E591-B14F-9431-AC01C96D9CA3}" type="pres">
      <dgm:prSet presAssocID="{C77BD2EE-90F7-234D-9395-EC7522C48AF9}" presName="Name56" presStyleLbl="parChTrans1D2" presStyleIdx="1" presStyleCnt="3"/>
      <dgm:spPr/>
    </dgm:pt>
    <dgm:pt modelId="{A151C44B-74FD-2341-B11A-EE4EBDB1D9DA}" type="pres">
      <dgm:prSet presAssocID="{96323AD0-CA17-ED44-B564-482CC2E26069}" presName="text0" presStyleLbl="node1" presStyleIdx="2" presStyleCnt="4" custRadScaleRad="96192" custRadScaleInc="-75107">
        <dgm:presLayoutVars>
          <dgm:bulletEnabled val="1"/>
        </dgm:presLayoutVars>
      </dgm:prSet>
      <dgm:spPr>
        <a:prstGeom prst="ellipse">
          <a:avLst/>
        </a:prstGeom>
      </dgm:spPr>
    </dgm:pt>
    <dgm:pt modelId="{F79EE1CF-71FA-2449-AFE9-3E450BBF391E}" type="pres">
      <dgm:prSet presAssocID="{AB530A5D-CF0F-1148-BBB8-601E9E7EC0D3}" presName="Name56" presStyleLbl="parChTrans1D2" presStyleIdx="2" presStyleCnt="3"/>
      <dgm:spPr/>
    </dgm:pt>
    <dgm:pt modelId="{55605264-9707-244F-94BA-56B9A58DD2DC}" type="pres">
      <dgm:prSet presAssocID="{A29AD5A2-A141-BE4C-BF1D-95D70986F075}" presName="text0" presStyleLbl="node1" presStyleIdx="3" presStyleCnt="4" custRadScaleRad="96554" custRadScaleInc="-233670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C259030E-6677-9441-B698-B1C57D184A3A}" type="presOf" srcId="{83C53B1E-72B5-DA43-9903-4DF786AFB974}" destId="{5EE8B1B1-8AFC-AE48-9C35-328EC606539F}" srcOrd="0" destOrd="0" presId="urn:microsoft.com/office/officeart/2008/layout/RadialCluster"/>
    <dgm:cxn modelId="{DA264E18-365E-B648-8FA7-DF56519BB0B6}" srcId="{83C53B1E-72B5-DA43-9903-4DF786AFB974}" destId="{E430F55C-EE10-5146-8D0B-2DB7B4D6F1E9}" srcOrd="0" destOrd="0" parTransId="{39FE0B8C-5728-8D4D-8F2E-7CC685B7F058}" sibTransId="{75C77844-20C1-7147-86A4-AB93A120024D}"/>
    <dgm:cxn modelId="{480D2D1A-7E49-1B4B-ABB4-8429523E57DB}" type="presOf" srcId="{96323AD0-CA17-ED44-B564-482CC2E26069}" destId="{A151C44B-74FD-2341-B11A-EE4EBDB1D9DA}" srcOrd="0" destOrd="0" presId="urn:microsoft.com/office/officeart/2008/layout/RadialCluster"/>
    <dgm:cxn modelId="{C4D1FD2C-4120-544F-AFF8-F668EA6BEF25}" type="presOf" srcId="{39FE0B8C-5728-8D4D-8F2E-7CC685B7F058}" destId="{FC2EA324-0E44-C94F-A8B5-867E78D6DF57}" srcOrd="0" destOrd="0" presId="urn:microsoft.com/office/officeart/2008/layout/RadialCluster"/>
    <dgm:cxn modelId="{92DAB531-8F8F-A445-A228-7DEDD92D8D80}" srcId="{2CD00859-7B1F-C64B-AABB-C80FD2423C6A}" destId="{83C53B1E-72B5-DA43-9903-4DF786AFB974}" srcOrd="0" destOrd="0" parTransId="{BA4ABBB4-6736-7D4A-956C-3B176EEFC871}" sibTransId="{3F46D1E4-BBDA-1A46-B4D2-3DAF8FC4D3E1}"/>
    <dgm:cxn modelId="{C9FE1D4F-4FD5-8B47-8AD8-D88662C05261}" type="presOf" srcId="{C77BD2EE-90F7-234D-9395-EC7522C48AF9}" destId="{E451A5E2-E591-B14F-9431-AC01C96D9CA3}" srcOrd="0" destOrd="0" presId="urn:microsoft.com/office/officeart/2008/layout/RadialCluster"/>
    <dgm:cxn modelId="{890CF051-50B5-3E4B-8F02-10D690358037}" srcId="{83C53B1E-72B5-DA43-9903-4DF786AFB974}" destId="{A29AD5A2-A141-BE4C-BF1D-95D70986F075}" srcOrd="2" destOrd="0" parTransId="{AB530A5D-CF0F-1148-BBB8-601E9E7EC0D3}" sibTransId="{972F6333-907F-2447-8D24-AB68E8A3C758}"/>
    <dgm:cxn modelId="{76FB6F67-A450-D446-8DB1-E4DA8ADE0735}" type="presOf" srcId="{E430F55C-EE10-5146-8D0B-2DB7B4D6F1E9}" destId="{AA19E2E1-7DBF-3545-9BD6-AB45F14E4767}" srcOrd="0" destOrd="0" presId="urn:microsoft.com/office/officeart/2008/layout/RadialCluster"/>
    <dgm:cxn modelId="{5959C8EA-3D67-C24D-9C02-0CFA98AFB703}" type="presOf" srcId="{2CD00859-7B1F-C64B-AABB-C80FD2423C6A}" destId="{0B5E624A-DE26-0F46-B73C-8176897C3F0A}" srcOrd="0" destOrd="0" presId="urn:microsoft.com/office/officeart/2008/layout/RadialCluster"/>
    <dgm:cxn modelId="{B64890F0-0E66-C64D-815E-FB5AA0852DD2}" type="presOf" srcId="{AB530A5D-CF0F-1148-BBB8-601E9E7EC0D3}" destId="{F79EE1CF-71FA-2449-AFE9-3E450BBF391E}" srcOrd="0" destOrd="0" presId="urn:microsoft.com/office/officeart/2008/layout/RadialCluster"/>
    <dgm:cxn modelId="{844E1AF2-10B6-B84A-952D-0EADCF47DE70}" srcId="{83C53B1E-72B5-DA43-9903-4DF786AFB974}" destId="{96323AD0-CA17-ED44-B564-482CC2E26069}" srcOrd="1" destOrd="0" parTransId="{C77BD2EE-90F7-234D-9395-EC7522C48AF9}" sibTransId="{9A1CFCC9-2858-B842-B4AD-18126F73D59A}"/>
    <dgm:cxn modelId="{428600F4-6CEC-2044-BC35-065D399CA69B}" type="presOf" srcId="{A29AD5A2-A141-BE4C-BF1D-95D70986F075}" destId="{55605264-9707-244F-94BA-56B9A58DD2DC}" srcOrd="0" destOrd="0" presId="urn:microsoft.com/office/officeart/2008/layout/RadialCluster"/>
    <dgm:cxn modelId="{62950BA3-ADA7-9242-80B0-AEE5D2432488}" type="presParOf" srcId="{0B5E624A-DE26-0F46-B73C-8176897C3F0A}" destId="{836674A4-AD84-8949-BE4F-0A302322C31C}" srcOrd="0" destOrd="0" presId="urn:microsoft.com/office/officeart/2008/layout/RadialCluster"/>
    <dgm:cxn modelId="{F1A3A51F-9772-F040-BADD-E931E73DDBAB}" type="presParOf" srcId="{836674A4-AD84-8949-BE4F-0A302322C31C}" destId="{5EE8B1B1-8AFC-AE48-9C35-328EC606539F}" srcOrd="0" destOrd="0" presId="urn:microsoft.com/office/officeart/2008/layout/RadialCluster"/>
    <dgm:cxn modelId="{BFEB6604-6C45-204A-A922-52C9DCB3191C}" type="presParOf" srcId="{836674A4-AD84-8949-BE4F-0A302322C31C}" destId="{FC2EA324-0E44-C94F-A8B5-867E78D6DF57}" srcOrd="1" destOrd="0" presId="urn:microsoft.com/office/officeart/2008/layout/RadialCluster"/>
    <dgm:cxn modelId="{96512775-BFA1-7D4C-882D-4A8CFA3BA5FE}" type="presParOf" srcId="{836674A4-AD84-8949-BE4F-0A302322C31C}" destId="{AA19E2E1-7DBF-3545-9BD6-AB45F14E4767}" srcOrd="2" destOrd="0" presId="urn:microsoft.com/office/officeart/2008/layout/RadialCluster"/>
    <dgm:cxn modelId="{E22E71AA-744D-614C-8973-F20A0120B280}" type="presParOf" srcId="{836674A4-AD84-8949-BE4F-0A302322C31C}" destId="{E451A5E2-E591-B14F-9431-AC01C96D9CA3}" srcOrd="3" destOrd="0" presId="urn:microsoft.com/office/officeart/2008/layout/RadialCluster"/>
    <dgm:cxn modelId="{75607E02-6777-F04A-B4B7-D09B1032B4ED}" type="presParOf" srcId="{836674A4-AD84-8949-BE4F-0A302322C31C}" destId="{A151C44B-74FD-2341-B11A-EE4EBDB1D9DA}" srcOrd="4" destOrd="0" presId="urn:microsoft.com/office/officeart/2008/layout/RadialCluster"/>
    <dgm:cxn modelId="{47AED947-721B-3B4A-9542-B71B11941964}" type="presParOf" srcId="{836674A4-AD84-8949-BE4F-0A302322C31C}" destId="{F79EE1CF-71FA-2449-AFE9-3E450BBF391E}" srcOrd="5" destOrd="0" presId="urn:microsoft.com/office/officeart/2008/layout/RadialCluster"/>
    <dgm:cxn modelId="{615DC100-BC0F-1E42-B183-CFE13F9B2A03}" type="presParOf" srcId="{836674A4-AD84-8949-BE4F-0A302322C31C}" destId="{55605264-9707-244F-94BA-56B9A58DD2DC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CD00859-7B1F-C64B-AABB-C80FD2423C6A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3C53B1E-72B5-DA43-9903-4DF786AFB974}">
      <dgm:prSet phldrT="[文本]"/>
      <dgm:spPr/>
      <dgm:t>
        <a:bodyPr/>
        <a:lstStyle/>
        <a:p>
          <a:r>
            <a:rPr lang="en-US" altLang="zh-CN" dirty="0"/>
            <a:t>customer</a:t>
          </a:r>
          <a:endParaRPr lang="zh-CN" altLang="en-US" dirty="0"/>
        </a:p>
      </dgm:t>
    </dgm:pt>
    <dgm:pt modelId="{BA4ABBB4-6736-7D4A-956C-3B176EEFC871}" type="parTrans" cxnId="{92DAB531-8F8F-A445-A228-7DEDD92D8D80}">
      <dgm:prSet/>
      <dgm:spPr/>
      <dgm:t>
        <a:bodyPr/>
        <a:lstStyle/>
        <a:p>
          <a:endParaRPr lang="zh-CN" altLang="en-US"/>
        </a:p>
      </dgm:t>
    </dgm:pt>
    <dgm:pt modelId="{3F46D1E4-BBDA-1A46-B4D2-3DAF8FC4D3E1}" type="sibTrans" cxnId="{92DAB531-8F8F-A445-A228-7DEDD92D8D80}">
      <dgm:prSet/>
      <dgm:spPr/>
      <dgm:t>
        <a:bodyPr/>
        <a:lstStyle/>
        <a:p>
          <a:endParaRPr lang="zh-CN" altLang="en-US"/>
        </a:p>
      </dgm:t>
    </dgm:pt>
    <dgm:pt modelId="{E430F55C-EE10-5146-8D0B-2DB7B4D6F1E9}">
      <dgm:prSet phldrT="[文本]"/>
      <dgm:spPr/>
      <dgm:t>
        <a:bodyPr/>
        <a:lstStyle/>
        <a:p>
          <a:r>
            <a:rPr lang="en-US" altLang="zh-CN" u="sng" dirty="0"/>
            <a:t>SIN</a:t>
          </a:r>
          <a:endParaRPr lang="zh-CN" altLang="en-US" u="sng" dirty="0"/>
        </a:p>
      </dgm:t>
    </dgm:pt>
    <dgm:pt modelId="{39FE0B8C-5728-8D4D-8F2E-7CC685B7F058}" type="parTrans" cxnId="{DA264E18-365E-B648-8FA7-DF56519BB0B6}">
      <dgm:prSet/>
      <dgm:spPr/>
      <dgm:t>
        <a:bodyPr/>
        <a:lstStyle/>
        <a:p>
          <a:endParaRPr lang="zh-CN" altLang="en-US"/>
        </a:p>
      </dgm:t>
    </dgm:pt>
    <dgm:pt modelId="{75C77844-20C1-7147-86A4-AB93A120024D}" type="sibTrans" cxnId="{DA264E18-365E-B648-8FA7-DF56519BB0B6}">
      <dgm:prSet/>
      <dgm:spPr/>
      <dgm:t>
        <a:bodyPr/>
        <a:lstStyle/>
        <a:p>
          <a:endParaRPr lang="zh-CN" altLang="en-US"/>
        </a:p>
      </dgm:t>
    </dgm:pt>
    <dgm:pt modelId="{96323AD0-CA17-ED44-B564-482CC2E26069}">
      <dgm:prSet phldrT="[文本]"/>
      <dgm:spPr/>
      <dgm:t>
        <a:bodyPr/>
        <a:lstStyle/>
        <a:p>
          <a:r>
            <a:rPr lang="en-US" altLang="zh-CN" dirty="0"/>
            <a:t>surname</a:t>
          </a:r>
          <a:endParaRPr lang="zh-CN" altLang="en-US" dirty="0"/>
        </a:p>
      </dgm:t>
    </dgm:pt>
    <dgm:pt modelId="{C77BD2EE-90F7-234D-9395-EC7522C48AF9}" type="parTrans" cxnId="{844E1AF2-10B6-B84A-952D-0EADCF47DE70}">
      <dgm:prSet/>
      <dgm:spPr/>
      <dgm:t>
        <a:bodyPr/>
        <a:lstStyle/>
        <a:p>
          <a:endParaRPr lang="zh-CN" altLang="en-US"/>
        </a:p>
      </dgm:t>
    </dgm:pt>
    <dgm:pt modelId="{9A1CFCC9-2858-B842-B4AD-18126F73D59A}" type="sibTrans" cxnId="{844E1AF2-10B6-B84A-952D-0EADCF47DE70}">
      <dgm:prSet/>
      <dgm:spPr/>
      <dgm:t>
        <a:bodyPr/>
        <a:lstStyle/>
        <a:p>
          <a:endParaRPr lang="zh-CN" altLang="en-US"/>
        </a:p>
      </dgm:t>
    </dgm:pt>
    <dgm:pt modelId="{A29AD5A2-A141-BE4C-BF1D-95D70986F075}">
      <dgm:prSet phldrT="[文本]"/>
      <dgm:spPr/>
      <dgm:t>
        <a:bodyPr/>
        <a:lstStyle/>
        <a:p>
          <a:r>
            <a:rPr lang="en-US" altLang="zh-CN" dirty="0"/>
            <a:t>first name</a:t>
          </a:r>
        </a:p>
      </dgm:t>
    </dgm:pt>
    <dgm:pt modelId="{AB530A5D-CF0F-1148-BBB8-601E9E7EC0D3}" type="parTrans" cxnId="{890CF051-50B5-3E4B-8F02-10D690358037}">
      <dgm:prSet/>
      <dgm:spPr/>
      <dgm:t>
        <a:bodyPr/>
        <a:lstStyle/>
        <a:p>
          <a:endParaRPr lang="zh-CN" altLang="en-US"/>
        </a:p>
      </dgm:t>
    </dgm:pt>
    <dgm:pt modelId="{972F6333-907F-2447-8D24-AB68E8A3C758}" type="sibTrans" cxnId="{890CF051-50B5-3E4B-8F02-10D690358037}">
      <dgm:prSet/>
      <dgm:spPr/>
      <dgm:t>
        <a:bodyPr/>
        <a:lstStyle/>
        <a:p>
          <a:endParaRPr lang="zh-CN" altLang="en-US"/>
        </a:p>
      </dgm:t>
    </dgm:pt>
    <dgm:pt modelId="{098C0476-ADCD-6041-993D-9BDA7EE3660C}">
      <dgm:prSet phldrT="[文本]"/>
      <dgm:spPr/>
      <dgm:t>
        <a:bodyPr/>
        <a:lstStyle/>
        <a:p>
          <a:r>
            <a:rPr lang="en-US" altLang="zh-CN" dirty="0"/>
            <a:t>phone</a:t>
          </a:r>
        </a:p>
      </dgm:t>
    </dgm:pt>
    <dgm:pt modelId="{E5B44525-D2DE-7243-89AE-736315C017FD}" type="parTrans" cxnId="{C2C50BF3-4658-704C-9D8D-6C700F4915F2}">
      <dgm:prSet/>
      <dgm:spPr/>
      <dgm:t>
        <a:bodyPr/>
        <a:lstStyle/>
        <a:p>
          <a:endParaRPr lang="zh-CN" altLang="en-US"/>
        </a:p>
      </dgm:t>
    </dgm:pt>
    <dgm:pt modelId="{8A220783-96F4-9A4D-8CA9-013772261462}" type="sibTrans" cxnId="{C2C50BF3-4658-704C-9D8D-6C700F4915F2}">
      <dgm:prSet/>
      <dgm:spPr/>
      <dgm:t>
        <a:bodyPr/>
        <a:lstStyle/>
        <a:p>
          <a:endParaRPr lang="zh-CN" altLang="en-US"/>
        </a:p>
      </dgm:t>
    </dgm:pt>
    <dgm:pt modelId="{0B5E624A-DE26-0F46-B73C-8176897C3F0A}" type="pres">
      <dgm:prSet presAssocID="{2CD00859-7B1F-C64B-AABB-C80FD2423C6A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836674A4-AD84-8949-BE4F-0A302322C31C}" type="pres">
      <dgm:prSet presAssocID="{83C53B1E-72B5-DA43-9903-4DF786AFB974}" presName="singleCycle" presStyleCnt="0"/>
      <dgm:spPr/>
    </dgm:pt>
    <dgm:pt modelId="{5EE8B1B1-8AFC-AE48-9C35-328EC606539F}" type="pres">
      <dgm:prSet presAssocID="{83C53B1E-72B5-DA43-9903-4DF786AFB974}" presName="singleCenter" presStyleLbl="node1" presStyleIdx="0" presStyleCnt="5">
        <dgm:presLayoutVars>
          <dgm:chMax val="7"/>
          <dgm:chPref val="7"/>
        </dgm:presLayoutVars>
      </dgm:prSet>
      <dgm:spPr/>
    </dgm:pt>
    <dgm:pt modelId="{FC2EA324-0E44-C94F-A8B5-867E78D6DF57}" type="pres">
      <dgm:prSet presAssocID="{39FE0B8C-5728-8D4D-8F2E-7CC685B7F058}" presName="Name56" presStyleLbl="parChTrans1D2" presStyleIdx="0" presStyleCnt="4"/>
      <dgm:spPr/>
    </dgm:pt>
    <dgm:pt modelId="{AA19E2E1-7DBF-3545-9BD6-AB45F14E4767}" type="pres">
      <dgm:prSet presAssocID="{E430F55C-EE10-5146-8D0B-2DB7B4D6F1E9}" presName="text0" presStyleLbl="node1" presStyleIdx="1" presStyleCnt="5" custRadScaleRad="83431" custRadScaleInc="4506">
        <dgm:presLayoutVars>
          <dgm:bulletEnabled val="1"/>
        </dgm:presLayoutVars>
      </dgm:prSet>
      <dgm:spPr>
        <a:prstGeom prst="ellipse">
          <a:avLst/>
        </a:prstGeom>
      </dgm:spPr>
    </dgm:pt>
    <dgm:pt modelId="{E451A5E2-E591-B14F-9431-AC01C96D9CA3}" type="pres">
      <dgm:prSet presAssocID="{C77BD2EE-90F7-234D-9395-EC7522C48AF9}" presName="Name56" presStyleLbl="parChTrans1D2" presStyleIdx="1" presStyleCnt="4"/>
      <dgm:spPr/>
    </dgm:pt>
    <dgm:pt modelId="{A151C44B-74FD-2341-B11A-EE4EBDB1D9DA}" type="pres">
      <dgm:prSet presAssocID="{96323AD0-CA17-ED44-B564-482CC2E26069}" presName="text0" presStyleLbl="node1" presStyleIdx="2" presStyleCnt="5" custScaleX="154781" custScaleY="154781" custRadScaleRad="135419" custRadScaleInc="-59550">
        <dgm:presLayoutVars>
          <dgm:bulletEnabled val="1"/>
        </dgm:presLayoutVars>
      </dgm:prSet>
      <dgm:spPr>
        <a:prstGeom prst="ellipse">
          <a:avLst/>
        </a:prstGeom>
      </dgm:spPr>
    </dgm:pt>
    <dgm:pt modelId="{F79EE1CF-71FA-2449-AFE9-3E450BBF391E}" type="pres">
      <dgm:prSet presAssocID="{AB530A5D-CF0F-1148-BBB8-601E9E7EC0D3}" presName="Name56" presStyleLbl="parChTrans1D2" presStyleIdx="2" presStyleCnt="4"/>
      <dgm:spPr/>
    </dgm:pt>
    <dgm:pt modelId="{55605264-9707-244F-94BA-56B9A58DD2DC}" type="pres">
      <dgm:prSet presAssocID="{A29AD5A2-A141-BE4C-BF1D-95D70986F075}" presName="text0" presStyleLbl="node1" presStyleIdx="3" presStyleCnt="5" custScaleX="139156" custScaleY="133017" custRadScaleRad="118679" custRadScaleInc="-185549">
        <dgm:presLayoutVars>
          <dgm:bulletEnabled val="1"/>
        </dgm:presLayoutVars>
      </dgm:prSet>
      <dgm:spPr>
        <a:prstGeom prst="ellipse">
          <a:avLst/>
        </a:prstGeom>
      </dgm:spPr>
    </dgm:pt>
    <dgm:pt modelId="{0768A73E-921B-2849-B16E-CB599F9A4AEC}" type="pres">
      <dgm:prSet presAssocID="{E5B44525-D2DE-7243-89AE-736315C017FD}" presName="Name56" presStyleLbl="parChTrans1D2" presStyleIdx="3" presStyleCnt="4"/>
      <dgm:spPr/>
    </dgm:pt>
    <dgm:pt modelId="{2D49D65E-DBCD-C447-9CFA-0AB654F2564C}" type="pres">
      <dgm:prSet presAssocID="{098C0476-ADCD-6041-993D-9BDA7EE3660C}" presName="text0" presStyleLbl="node1" presStyleIdx="4" presStyleCnt="5" custRadScaleRad="130871" custRadScaleInc="-318117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C259030E-6677-9441-B698-B1C57D184A3A}" type="presOf" srcId="{83C53B1E-72B5-DA43-9903-4DF786AFB974}" destId="{5EE8B1B1-8AFC-AE48-9C35-328EC606539F}" srcOrd="0" destOrd="0" presId="urn:microsoft.com/office/officeart/2008/layout/RadialCluster"/>
    <dgm:cxn modelId="{DA264E18-365E-B648-8FA7-DF56519BB0B6}" srcId="{83C53B1E-72B5-DA43-9903-4DF786AFB974}" destId="{E430F55C-EE10-5146-8D0B-2DB7B4D6F1E9}" srcOrd="0" destOrd="0" parTransId="{39FE0B8C-5728-8D4D-8F2E-7CC685B7F058}" sibTransId="{75C77844-20C1-7147-86A4-AB93A120024D}"/>
    <dgm:cxn modelId="{480D2D1A-7E49-1B4B-ABB4-8429523E57DB}" type="presOf" srcId="{96323AD0-CA17-ED44-B564-482CC2E26069}" destId="{A151C44B-74FD-2341-B11A-EE4EBDB1D9DA}" srcOrd="0" destOrd="0" presId="urn:microsoft.com/office/officeart/2008/layout/RadialCluster"/>
    <dgm:cxn modelId="{C4D1FD2C-4120-544F-AFF8-F668EA6BEF25}" type="presOf" srcId="{39FE0B8C-5728-8D4D-8F2E-7CC685B7F058}" destId="{FC2EA324-0E44-C94F-A8B5-867E78D6DF57}" srcOrd="0" destOrd="0" presId="urn:microsoft.com/office/officeart/2008/layout/RadialCluster"/>
    <dgm:cxn modelId="{92DAB531-8F8F-A445-A228-7DEDD92D8D80}" srcId="{2CD00859-7B1F-C64B-AABB-C80FD2423C6A}" destId="{83C53B1E-72B5-DA43-9903-4DF786AFB974}" srcOrd="0" destOrd="0" parTransId="{BA4ABBB4-6736-7D4A-956C-3B176EEFC871}" sibTransId="{3F46D1E4-BBDA-1A46-B4D2-3DAF8FC4D3E1}"/>
    <dgm:cxn modelId="{C9FE1D4F-4FD5-8B47-8AD8-D88662C05261}" type="presOf" srcId="{C77BD2EE-90F7-234D-9395-EC7522C48AF9}" destId="{E451A5E2-E591-B14F-9431-AC01C96D9CA3}" srcOrd="0" destOrd="0" presId="urn:microsoft.com/office/officeart/2008/layout/RadialCluster"/>
    <dgm:cxn modelId="{890CF051-50B5-3E4B-8F02-10D690358037}" srcId="{83C53B1E-72B5-DA43-9903-4DF786AFB974}" destId="{A29AD5A2-A141-BE4C-BF1D-95D70986F075}" srcOrd="2" destOrd="0" parTransId="{AB530A5D-CF0F-1148-BBB8-601E9E7EC0D3}" sibTransId="{972F6333-907F-2447-8D24-AB68E8A3C758}"/>
    <dgm:cxn modelId="{76FB6F67-A450-D446-8DB1-E4DA8ADE0735}" type="presOf" srcId="{E430F55C-EE10-5146-8D0B-2DB7B4D6F1E9}" destId="{AA19E2E1-7DBF-3545-9BD6-AB45F14E4767}" srcOrd="0" destOrd="0" presId="urn:microsoft.com/office/officeart/2008/layout/RadialCluster"/>
    <dgm:cxn modelId="{18CC3A6D-ACAC-7E4C-BD03-5B426B7D5C71}" type="presOf" srcId="{E5B44525-D2DE-7243-89AE-736315C017FD}" destId="{0768A73E-921B-2849-B16E-CB599F9A4AEC}" srcOrd="0" destOrd="0" presId="urn:microsoft.com/office/officeart/2008/layout/RadialCluster"/>
    <dgm:cxn modelId="{14BE328E-AD90-6842-B3EA-0F4ED5E26246}" type="presOf" srcId="{098C0476-ADCD-6041-993D-9BDA7EE3660C}" destId="{2D49D65E-DBCD-C447-9CFA-0AB654F2564C}" srcOrd="0" destOrd="0" presId="urn:microsoft.com/office/officeart/2008/layout/RadialCluster"/>
    <dgm:cxn modelId="{5959C8EA-3D67-C24D-9C02-0CFA98AFB703}" type="presOf" srcId="{2CD00859-7B1F-C64B-AABB-C80FD2423C6A}" destId="{0B5E624A-DE26-0F46-B73C-8176897C3F0A}" srcOrd="0" destOrd="0" presId="urn:microsoft.com/office/officeart/2008/layout/RadialCluster"/>
    <dgm:cxn modelId="{B64890F0-0E66-C64D-815E-FB5AA0852DD2}" type="presOf" srcId="{AB530A5D-CF0F-1148-BBB8-601E9E7EC0D3}" destId="{F79EE1CF-71FA-2449-AFE9-3E450BBF391E}" srcOrd="0" destOrd="0" presId="urn:microsoft.com/office/officeart/2008/layout/RadialCluster"/>
    <dgm:cxn modelId="{844E1AF2-10B6-B84A-952D-0EADCF47DE70}" srcId="{83C53B1E-72B5-DA43-9903-4DF786AFB974}" destId="{96323AD0-CA17-ED44-B564-482CC2E26069}" srcOrd="1" destOrd="0" parTransId="{C77BD2EE-90F7-234D-9395-EC7522C48AF9}" sibTransId="{9A1CFCC9-2858-B842-B4AD-18126F73D59A}"/>
    <dgm:cxn modelId="{C2C50BF3-4658-704C-9D8D-6C700F4915F2}" srcId="{83C53B1E-72B5-DA43-9903-4DF786AFB974}" destId="{098C0476-ADCD-6041-993D-9BDA7EE3660C}" srcOrd="3" destOrd="0" parTransId="{E5B44525-D2DE-7243-89AE-736315C017FD}" sibTransId="{8A220783-96F4-9A4D-8CA9-013772261462}"/>
    <dgm:cxn modelId="{428600F4-6CEC-2044-BC35-065D399CA69B}" type="presOf" srcId="{A29AD5A2-A141-BE4C-BF1D-95D70986F075}" destId="{55605264-9707-244F-94BA-56B9A58DD2DC}" srcOrd="0" destOrd="0" presId="urn:microsoft.com/office/officeart/2008/layout/RadialCluster"/>
    <dgm:cxn modelId="{62950BA3-ADA7-9242-80B0-AEE5D2432488}" type="presParOf" srcId="{0B5E624A-DE26-0F46-B73C-8176897C3F0A}" destId="{836674A4-AD84-8949-BE4F-0A302322C31C}" srcOrd="0" destOrd="0" presId="urn:microsoft.com/office/officeart/2008/layout/RadialCluster"/>
    <dgm:cxn modelId="{F1A3A51F-9772-F040-BADD-E931E73DDBAB}" type="presParOf" srcId="{836674A4-AD84-8949-BE4F-0A302322C31C}" destId="{5EE8B1B1-8AFC-AE48-9C35-328EC606539F}" srcOrd="0" destOrd="0" presId="urn:microsoft.com/office/officeart/2008/layout/RadialCluster"/>
    <dgm:cxn modelId="{BFEB6604-6C45-204A-A922-52C9DCB3191C}" type="presParOf" srcId="{836674A4-AD84-8949-BE4F-0A302322C31C}" destId="{FC2EA324-0E44-C94F-A8B5-867E78D6DF57}" srcOrd="1" destOrd="0" presId="urn:microsoft.com/office/officeart/2008/layout/RadialCluster"/>
    <dgm:cxn modelId="{96512775-BFA1-7D4C-882D-4A8CFA3BA5FE}" type="presParOf" srcId="{836674A4-AD84-8949-BE4F-0A302322C31C}" destId="{AA19E2E1-7DBF-3545-9BD6-AB45F14E4767}" srcOrd="2" destOrd="0" presId="urn:microsoft.com/office/officeart/2008/layout/RadialCluster"/>
    <dgm:cxn modelId="{E22E71AA-744D-614C-8973-F20A0120B280}" type="presParOf" srcId="{836674A4-AD84-8949-BE4F-0A302322C31C}" destId="{E451A5E2-E591-B14F-9431-AC01C96D9CA3}" srcOrd="3" destOrd="0" presId="urn:microsoft.com/office/officeart/2008/layout/RadialCluster"/>
    <dgm:cxn modelId="{75607E02-6777-F04A-B4B7-D09B1032B4ED}" type="presParOf" srcId="{836674A4-AD84-8949-BE4F-0A302322C31C}" destId="{A151C44B-74FD-2341-B11A-EE4EBDB1D9DA}" srcOrd="4" destOrd="0" presId="urn:microsoft.com/office/officeart/2008/layout/RadialCluster"/>
    <dgm:cxn modelId="{47AED947-721B-3B4A-9542-B71B11941964}" type="presParOf" srcId="{836674A4-AD84-8949-BE4F-0A302322C31C}" destId="{F79EE1CF-71FA-2449-AFE9-3E450BBF391E}" srcOrd="5" destOrd="0" presId="urn:microsoft.com/office/officeart/2008/layout/RadialCluster"/>
    <dgm:cxn modelId="{615DC100-BC0F-1E42-B183-CFE13F9B2A03}" type="presParOf" srcId="{836674A4-AD84-8949-BE4F-0A302322C31C}" destId="{55605264-9707-244F-94BA-56B9A58DD2DC}" srcOrd="6" destOrd="0" presId="urn:microsoft.com/office/officeart/2008/layout/RadialCluster"/>
    <dgm:cxn modelId="{4A54E780-F382-7943-B0A6-99F9873835B4}" type="presParOf" srcId="{836674A4-AD84-8949-BE4F-0A302322C31C}" destId="{0768A73E-921B-2849-B16E-CB599F9A4AEC}" srcOrd="7" destOrd="0" presId="urn:microsoft.com/office/officeart/2008/layout/RadialCluster"/>
    <dgm:cxn modelId="{DC0DA9B9-3E63-2249-9A50-56B557D8A0E9}" type="presParOf" srcId="{836674A4-AD84-8949-BE4F-0A302322C31C}" destId="{2D49D65E-DBCD-C447-9CFA-0AB654F2564C}" srcOrd="8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CD00859-7B1F-C64B-AABB-C80FD2423C6A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6323AD0-CA17-ED44-B564-482CC2E26069}">
      <dgm:prSet phldrT="[文本]"/>
      <dgm:spPr/>
      <dgm:t>
        <a:bodyPr/>
        <a:lstStyle/>
        <a:p>
          <a:r>
            <a:rPr lang="en-US" altLang="zh-CN" dirty="0"/>
            <a:t>name</a:t>
          </a:r>
          <a:endParaRPr lang="zh-CN" altLang="en-US" dirty="0"/>
        </a:p>
      </dgm:t>
    </dgm:pt>
    <dgm:pt modelId="{C77BD2EE-90F7-234D-9395-EC7522C48AF9}" type="parTrans" cxnId="{844E1AF2-10B6-B84A-952D-0EADCF47DE70}">
      <dgm:prSet/>
      <dgm:spPr/>
      <dgm:t>
        <a:bodyPr/>
        <a:lstStyle/>
        <a:p>
          <a:endParaRPr lang="zh-CN" altLang="en-US"/>
        </a:p>
      </dgm:t>
    </dgm:pt>
    <dgm:pt modelId="{9A1CFCC9-2858-B842-B4AD-18126F73D59A}" type="sibTrans" cxnId="{844E1AF2-10B6-B84A-952D-0EADCF47DE70}">
      <dgm:prSet/>
      <dgm:spPr/>
      <dgm:t>
        <a:bodyPr/>
        <a:lstStyle/>
        <a:p>
          <a:endParaRPr lang="zh-CN" altLang="en-US"/>
        </a:p>
      </dgm:t>
    </dgm:pt>
    <dgm:pt modelId="{A29AD5A2-A141-BE4C-BF1D-95D70986F075}">
      <dgm:prSet phldrT="[文本]"/>
      <dgm:spPr/>
      <dgm:t>
        <a:bodyPr/>
        <a:lstStyle/>
        <a:p>
          <a:r>
            <a:rPr lang="en-US" altLang="zh-CN" dirty="0"/>
            <a:t>unit cost</a:t>
          </a:r>
          <a:endParaRPr lang="zh-CN" altLang="en-US" dirty="0"/>
        </a:p>
      </dgm:t>
    </dgm:pt>
    <dgm:pt modelId="{AB530A5D-CF0F-1148-BBB8-601E9E7EC0D3}" type="parTrans" cxnId="{890CF051-50B5-3E4B-8F02-10D690358037}">
      <dgm:prSet/>
      <dgm:spPr/>
      <dgm:t>
        <a:bodyPr/>
        <a:lstStyle/>
        <a:p>
          <a:endParaRPr lang="zh-CN" altLang="en-US"/>
        </a:p>
      </dgm:t>
    </dgm:pt>
    <dgm:pt modelId="{972F6333-907F-2447-8D24-AB68E8A3C758}" type="sibTrans" cxnId="{890CF051-50B5-3E4B-8F02-10D690358037}">
      <dgm:prSet/>
      <dgm:spPr/>
      <dgm:t>
        <a:bodyPr/>
        <a:lstStyle/>
        <a:p>
          <a:endParaRPr lang="zh-CN" altLang="en-US"/>
        </a:p>
      </dgm:t>
    </dgm:pt>
    <dgm:pt modelId="{81DC05AD-27E7-AC46-84DF-203A99113B74}">
      <dgm:prSet phldrT="[文本]"/>
      <dgm:spPr/>
      <dgm:t>
        <a:bodyPr/>
        <a:lstStyle/>
        <a:p>
          <a:r>
            <a:rPr lang="en-US" altLang="zh-CN" dirty="0"/>
            <a:t>quantities</a:t>
          </a:r>
          <a:endParaRPr lang="zh-CN" altLang="en-US" dirty="0"/>
        </a:p>
      </dgm:t>
    </dgm:pt>
    <dgm:pt modelId="{E9FB6551-24E4-5940-89D9-0D3878759DBF}" type="parTrans" cxnId="{DEEC8A2E-EC30-4F45-BA3E-F8DF3B8AB617}">
      <dgm:prSet/>
      <dgm:spPr/>
      <dgm:t>
        <a:bodyPr/>
        <a:lstStyle/>
        <a:p>
          <a:endParaRPr lang="zh-CN" altLang="en-US"/>
        </a:p>
      </dgm:t>
    </dgm:pt>
    <dgm:pt modelId="{AF2B84E4-A711-1D49-B81B-3372F02F13A1}" type="sibTrans" cxnId="{DEEC8A2E-EC30-4F45-BA3E-F8DF3B8AB617}">
      <dgm:prSet/>
      <dgm:spPr/>
      <dgm:t>
        <a:bodyPr/>
        <a:lstStyle/>
        <a:p>
          <a:endParaRPr lang="zh-CN" altLang="en-US"/>
        </a:p>
      </dgm:t>
    </dgm:pt>
    <dgm:pt modelId="{E430F55C-EE10-5146-8D0B-2DB7B4D6F1E9}">
      <dgm:prSet phldrT="[文本]" custT="1"/>
      <dgm:spPr/>
      <dgm:t>
        <a:bodyPr/>
        <a:lstStyle/>
        <a:p>
          <a:r>
            <a:rPr lang="en-US" altLang="zh-CN" sz="1600" u="sng" dirty="0"/>
            <a:t>code</a:t>
          </a:r>
          <a:endParaRPr lang="zh-CN" altLang="en-US" sz="500" u="sng" dirty="0"/>
        </a:p>
      </dgm:t>
    </dgm:pt>
    <dgm:pt modelId="{75C77844-20C1-7147-86A4-AB93A120024D}" type="sibTrans" cxnId="{DA264E18-365E-B648-8FA7-DF56519BB0B6}">
      <dgm:prSet/>
      <dgm:spPr/>
      <dgm:t>
        <a:bodyPr/>
        <a:lstStyle/>
        <a:p>
          <a:endParaRPr lang="zh-CN" altLang="en-US"/>
        </a:p>
      </dgm:t>
    </dgm:pt>
    <dgm:pt modelId="{39FE0B8C-5728-8D4D-8F2E-7CC685B7F058}" type="parTrans" cxnId="{DA264E18-365E-B648-8FA7-DF56519BB0B6}">
      <dgm:prSet/>
      <dgm:spPr/>
      <dgm:t>
        <a:bodyPr/>
        <a:lstStyle/>
        <a:p>
          <a:endParaRPr lang="zh-CN" altLang="en-US"/>
        </a:p>
      </dgm:t>
    </dgm:pt>
    <dgm:pt modelId="{83C53B1E-72B5-DA43-9903-4DF786AFB974}">
      <dgm:prSet phldrT="[文本]"/>
      <dgm:spPr/>
      <dgm:t>
        <a:bodyPr/>
        <a:lstStyle/>
        <a:p>
          <a:r>
            <a:rPr lang="en-US" altLang="zh-CN" dirty="0"/>
            <a:t>Spare parts</a:t>
          </a:r>
        </a:p>
      </dgm:t>
    </dgm:pt>
    <dgm:pt modelId="{3F46D1E4-BBDA-1A46-B4D2-3DAF8FC4D3E1}" type="sibTrans" cxnId="{92DAB531-8F8F-A445-A228-7DEDD92D8D80}">
      <dgm:prSet/>
      <dgm:spPr/>
      <dgm:t>
        <a:bodyPr/>
        <a:lstStyle/>
        <a:p>
          <a:endParaRPr lang="zh-CN" altLang="en-US"/>
        </a:p>
      </dgm:t>
    </dgm:pt>
    <dgm:pt modelId="{BA4ABBB4-6736-7D4A-956C-3B176EEFC871}" type="parTrans" cxnId="{92DAB531-8F8F-A445-A228-7DEDD92D8D80}">
      <dgm:prSet/>
      <dgm:spPr/>
      <dgm:t>
        <a:bodyPr/>
        <a:lstStyle/>
        <a:p>
          <a:endParaRPr lang="zh-CN" altLang="en-US"/>
        </a:p>
      </dgm:t>
    </dgm:pt>
    <dgm:pt modelId="{0B5E624A-DE26-0F46-B73C-8176897C3F0A}" type="pres">
      <dgm:prSet presAssocID="{2CD00859-7B1F-C64B-AABB-C80FD2423C6A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836674A4-AD84-8949-BE4F-0A302322C31C}" type="pres">
      <dgm:prSet presAssocID="{83C53B1E-72B5-DA43-9903-4DF786AFB974}" presName="singleCycle" presStyleCnt="0"/>
      <dgm:spPr/>
    </dgm:pt>
    <dgm:pt modelId="{5EE8B1B1-8AFC-AE48-9C35-328EC606539F}" type="pres">
      <dgm:prSet presAssocID="{83C53B1E-72B5-DA43-9903-4DF786AFB974}" presName="singleCenter" presStyleLbl="node1" presStyleIdx="0" presStyleCnt="5" custLinFactNeighborX="18778" custLinFactNeighborY="21594">
        <dgm:presLayoutVars>
          <dgm:chMax val="7"/>
          <dgm:chPref val="7"/>
        </dgm:presLayoutVars>
      </dgm:prSet>
      <dgm:spPr/>
    </dgm:pt>
    <dgm:pt modelId="{FC2EA324-0E44-C94F-A8B5-867E78D6DF57}" type="pres">
      <dgm:prSet presAssocID="{39FE0B8C-5728-8D4D-8F2E-7CC685B7F058}" presName="Name56" presStyleLbl="parChTrans1D2" presStyleIdx="0" presStyleCnt="4"/>
      <dgm:spPr/>
    </dgm:pt>
    <dgm:pt modelId="{AA19E2E1-7DBF-3545-9BD6-AB45F14E4767}" type="pres">
      <dgm:prSet presAssocID="{E430F55C-EE10-5146-8D0B-2DB7B4D6F1E9}" presName="text0" presStyleLbl="node1" presStyleIdx="1" presStyleCnt="5" custScaleX="202240" custScaleY="202240" custRadScaleRad="91333" custRadScaleInc="-79032">
        <dgm:presLayoutVars>
          <dgm:bulletEnabled val="1"/>
        </dgm:presLayoutVars>
      </dgm:prSet>
      <dgm:spPr>
        <a:prstGeom prst="ellipse">
          <a:avLst/>
        </a:prstGeom>
      </dgm:spPr>
    </dgm:pt>
    <dgm:pt modelId="{E451A5E2-E591-B14F-9431-AC01C96D9CA3}" type="pres">
      <dgm:prSet presAssocID="{C77BD2EE-90F7-234D-9395-EC7522C48AF9}" presName="Name56" presStyleLbl="parChTrans1D2" presStyleIdx="1" presStyleCnt="4"/>
      <dgm:spPr/>
    </dgm:pt>
    <dgm:pt modelId="{A151C44B-74FD-2341-B11A-EE4EBDB1D9DA}" type="pres">
      <dgm:prSet presAssocID="{96323AD0-CA17-ED44-B564-482CC2E26069}" presName="text0" presStyleLbl="node1" presStyleIdx="2" presStyleCnt="5" custRadScaleRad="128837" custRadScaleInc="383583">
        <dgm:presLayoutVars>
          <dgm:bulletEnabled val="1"/>
        </dgm:presLayoutVars>
      </dgm:prSet>
      <dgm:spPr>
        <a:prstGeom prst="ellipse">
          <a:avLst/>
        </a:prstGeom>
      </dgm:spPr>
    </dgm:pt>
    <dgm:pt modelId="{F79EE1CF-71FA-2449-AFE9-3E450BBF391E}" type="pres">
      <dgm:prSet presAssocID="{AB530A5D-CF0F-1148-BBB8-601E9E7EC0D3}" presName="Name56" presStyleLbl="parChTrans1D2" presStyleIdx="2" presStyleCnt="4"/>
      <dgm:spPr/>
    </dgm:pt>
    <dgm:pt modelId="{55605264-9707-244F-94BA-56B9A58DD2DC}" type="pres">
      <dgm:prSet presAssocID="{A29AD5A2-A141-BE4C-BF1D-95D70986F075}" presName="text0" presStyleLbl="node1" presStyleIdx="3" presStyleCnt="5" custRadScaleRad="112011" custRadScaleInc="106862">
        <dgm:presLayoutVars>
          <dgm:bulletEnabled val="1"/>
        </dgm:presLayoutVars>
      </dgm:prSet>
      <dgm:spPr>
        <a:prstGeom prst="ellipse">
          <a:avLst/>
        </a:prstGeom>
      </dgm:spPr>
    </dgm:pt>
    <dgm:pt modelId="{90225896-FCAD-3C47-997A-4A327A4B5329}" type="pres">
      <dgm:prSet presAssocID="{E9FB6551-24E4-5940-89D9-0D3878759DBF}" presName="Name56" presStyleLbl="parChTrans1D2" presStyleIdx="3" presStyleCnt="4"/>
      <dgm:spPr/>
    </dgm:pt>
    <dgm:pt modelId="{E19A6DCD-FE8C-C84E-A986-BAEAABF084A2}" type="pres">
      <dgm:prSet presAssocID="{81DC05AD-27E7-AC46-84DF-203A99113B74}" presName="text0" presStyleLbl="node1" presStyleIdx="4" presStyleCnt="5" custRadScaleRad="134819" custRadScaleInc="41363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C259030E-6677-9441-B698-B1C57D184A3A}" type="presOf" srcId="{83C53B1E-72B5-DA43-9903-4DF786AFB974}" destId="{5EE8B1B1-8AFC-AE48-9C35-328EC606539F}" srcOrd="0" destOrd="0" presId="urn:microsoft.com/office/officeart/2008/layout/RadialCluster"/>
    <dgm:cxn modelId="{DA264E18-365E-B648-8FA7-DF56519BB0B6}" srcId="{83C53B1E-72B5-DA43-9903-4DF786AFB974}" destId="{E430F55C-EE10-5146-8D0B-2DB7B4D6F1E9}" srcOrd="0" destOrd="0" parTransId="{39FE0B8C-5728-8D4D-8F2E-7CC685B7F058}" sibTransId="{75C77844-20C1-7147-86A4-AB93A120024D}"/>
    <dgm:cxn modelId="{480D2D1A-7E49-1B4B-ABB4-8429523E57DB}" type="presOf" srcId="{96323AD0-CA17-ED44-B564-482CC2E26069}" destId="{A151C44B-74FD-2341-B11A-EE4EBDB1D9DA}" srcOrd="0" destOrd="0" presId="urn:microsoft.com/office/officeart/2008/layout/RadialCluster"/>
    <dgm:cxn modelId="{C4D1FD2C-4120-544F-AFF8-F668EA6BEF25}" type="presOf" srcId="{39FE0B8C-5728-8D4D-8F2E-7CC685B7F058}" destId="{FC2EA324-0E44-C94F-A8B5-867E78D6DF57}" srcOrd="0" destOrd="0" presId="urn:microsoft.com/office/officeart/2008/layout/RadialCluster"/>
    <dgm:cxn modelId="{DEEC8A2E-EC30-4F45-BA3E-F8DF3B8AB617}" srcId="{83C53B1E-72B5-DA43-9903-4DF786AFB974}" destId="{81DC05AD-27E7-AC46-84DF-203A99113B74}" srcOrd="3" destOrd="0" parTransId="{E9FB6551-24E4-5940-89D9-0D3878759DBF}" sibTransId="{AF2B84E4-A711-1D49-B81B-3372F02F13A1}"/>
    <dgm:cxn modelId="{92DAB531-8F8F-A445-A228-7DEDD92D8D80}" srcId="{2CD00859-7B1F-C64B-AABB-C80FD2423C6A}" destId="{83C53B1E-72B5-DA43-9903-4DF786AFB974}" srcOrd="0" destOrd="0" parTransId="{BA4ABBB4-6736-7D4A-956C-3B176EEFC871}" sibTransId="{3F46D1E4-BBDA-1A46-B4D2-3DAF8FC4D3E1}"/>
    <dgm:cxn modelId="{5AEB4442-CAB2-DC40-9A85-04FBC1B89232}" type="presOf" srcId="{81DC05AD-27E7-AC46-84DF-203A99113B74}" destId="{E19A6DCD-FE8C-C84E-A986-BAEAABF084A2}" srcOrd="0" destOrd="0" presId="urn:microsoft.com/office/officeart/2008/layout/RadialCluster"/>
    <dgm:cxn modelId="{C9FE1D4F-4FD5-8B47-8AD8-D88662C05261}" type="presOf" srcId="{C77BD2EE-90F7-234D-9395-EC7522C48AF9}" destId="{E451A5E2-E591-B14F-9431-AC01C96D9CA3}" srcOrd="0" destOrd="0" presId="urn:microsoft.com/office/officeart/2008/layout/RadialCluster"/>
    <dgm:cxn modelId="{890CF051-50B5-3E4B-8F02-10D690358037}" srcId="{83C53B1E-72B5-DA43-9903-4DF786AFB974}" destId="{A29AD5A2-A141-BE4C-BF1D-95D70986F075}" srcOrd="2" destOrd="0" parTransId="{AB530A5D-CF0F-1148-BBB8-601E9E7EC0D3}" sibTransId="{972F6333-907F-2447-8D24-AB68E8A3C758}"/>
    <dgm:cxn modelId="{76FB6F67-A450-D446-8DB1-E4DA8ADE0735}" type="presOf" srcId="{E430F55C-EE10-5146-8D0B-2DB7B4D6F1E9}" destId="{AA19E2E1-7DBF-3545-9BD6-AB45F14E4767}" srcOrd="0" destOrd="0" presId="urn:microsoft.com/office/officeart/2008/layout/RadialCluster"/>
    <dgm:cxn modelId="{E8A0ED9E-AAC8-C849-8FA0-F6FB829D51AE}" type="presOf" srcId="{E9FB6551-24E4-5940-89D9-0D3878759DBF}" destId="{90225896-FCAD-3C47-997A-4A327A4B5329}" srcOrd="0" destOrd="0" presId="urn:microsoft.com/office/officeart/2008/layout/RadialCluster"/>
    <dgm:cxn modelId="{5959C8EA-3D67-C24D-9C02-0CFA98AFB703}" type="presOf" srcId="{2CD00859-7B1F-C64B-AABB-C80FD2423C6A}" destId="{0B5E624A-DE26-0F46-B73C-8176897C3F0A}" srcOrd="0" destOrd="0" presId="urn:microsoft.com/office/officeart/2008/layout/RadialCluster"/>
    <dgm:cxn modelId="{B64890F0-0E66-C64D-815E-FB5AA0852DD2}" type="presOf" srcId="{AB530A5D-CF0F-1148-BBB8-601E9E7EC0D3}" destId="{F79EE1CF-71FA-2449-AFE9-3E450BBF391E}" srcOrd="0" destOrd="0" presId="urn:microsoft.com/office/officeart/2008/layout/RadialCluster"/>
    <dgm:cxn modelId="{844E1AF2-10B6-B84A-952D-0EADCF47DE70}" srcId="{83C53B1E-72B5-DA43-9903-4DF786AFB974}" destId="{96323AD0-CA17-ED44-B564-482CC2E26069}" srcOrd="1" destOrd="0" parTransId="{C77BD2EE-90F7-234D-9395-EC7522C48AF9}" sibTransId="{9A1CFCC9-2858-B842-B4AD-18126F73D59A}"/>
    <dgm:cxn modelId="{428600F4-6CEC-2044-BC35-065D399CA69B}" type="presOf" srcId="{A29AD5A2-A141-BE4C-BF1D-95D70986F075}" destId="{55605264-9707-244F-94BA-56B9A58DD2DC}" srcOrd="0" destOrd="0" presId="urn:microsoft.com/office/officeart/2008/layout/RadialCluster"/>
    <dgm:cxn modelId="{62950BA3-ADA7-9242-80B0-AEE5D2432488}" type="presParOf" srcId="{0B5E624A-DE26-0F46-B73C-8176897C3F0A}" destId="{836674A4-AD84-8949-BE4F-0A302322C31C}" srcOrd="0" destOrd="0" presId="urn:microsoft.com/office/officeart/2008/layout/RadialCluster"/>
    <dgm:cxn modelId="{F1A3A51F-9772-F040-BADD-E931E73DDBAB}" type="presParOf" srcId="{836674A4-AD84-8949-BE4F-0A302322C31C}" destId="{5EE8B1B1-8AFC-AE48-9C35-328EC606539F}" srcOrd="0" destOrd="0" presId="urn:microsoft.com/office/officeart/2008/layout/RadialCluster"/>
    <dgm:cxn modelId="{BFEB6604-6C45-204A-A922-52C9DCB3191C}" type="presParOf" srcId="{836674A4-AD84-8949-BE4F-0A302322C31C}" destId="{FC2EA324-0E44-C94F-A8B5-867E78D6DF57}" srcOrd="1" destOrd="0" presId="urn:microsoft.com/office/officeart/2008/layout/RadialCluster"/>
    <dgm:cxn modelId="{96512775-BFA1-7D4C-882D-4A8CFA3BA5FE}" type="presParOf" srcId="{836674A4-AD84-8949-BE4F-0A302322C31C}" destId="{AA19E2E1-7DBF-3545-9BD6-AB45F14E4767}" srcOrd="2" destOrd="0" presId="urn:microsoft.com/office/officeart/2008/layout/RadialCluster"/>
    <dgm:cxn modelId="{E22E71AA-744D-614C-8973-F20A0120B280}" type="presParOf" srcId="{836674A4-AD84-8949-BE4F-0A302322C31C}" destId="{E451A5E2-E591-B14F-9431-AC01C96D9CA3}" srcOrd="3" destOrd="0" presId="urn:microsoft.com/office/officeart/2008/layout/RadialCluster"/>
    <dgm:cxn modelId="{75607E02-6777-F04A-B4B7-D09B1032B4ED}" type="presParOf" srcId="{836674A4-AD84-8949-BE4F-0A302322C31C}" destId="{A151C44B-74FD-2341-B11A-EE4EBDB1D9DA}" srcOrd="4" destOrd="0" presId="urn:microsoft.com/office/officeart/2008/layout/RadialCluster"/>
    <dgm:cxn modelId="{47AED947-721B-3B4A-9542-B71B11941964}" type="presParOf" srcId="{836674A4-AD84-8949-BE4F-0A302322C31C}" destId="{F79EE1CF-71FA-2449-AFE9-3E450BBF391E}" srcOrd="5" destOrd="0" presId="urn:microsoft.com/office/officeart/2008/layout/RadialCluster"/>
    <dgm:cxn modelId="{615DC100-BC0F-1E42-B183-CFE13F9B2A03}" type="presParOf" srcId="{836674A4-AD84-8949-BE4F-0A302322C31C}" destId="{55605264-9707-244F-94BA-56B9A58DD2DC}" srcOrd="6" destOrd="0" presId="urn:microsoft.com/office/officeart/2008/layout/RadialCluster"/>
    <dgm:cxn modelId="{FDF9A2FD-F750-854B-940D-746EC1BD021C}" type="presParOf" srcId="{836674A4-AD84-8949-BE4F-0A302322C31C}" destId="{90225896-FCAD-3C47-997A-4A327A4B5329}" srcOrd="7" destOrd="0" presId="urn:microsoft.com/office/officeart/2008/layout/RadialCluster"/>
    <dgm:cxn modelId="{8C3F48EA-5C2F-5E4E-9BCC-412828CA723E}" type="presParOf" srcId="{836674A4-AD84-8949-BE4F-0A302322C31C}" destId="{E19A6DCD-FE8C-C84E-A986-BAEAABF084A2}" srcOrd="8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85E6318-FF4D-474D-BCBB-265BCA02689C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05F9E9D-4084-454B-BB80-9DDCA98CCAC3}">
      <dgm:prSet phldrT="[文本]"/>
      <dgm:spPr/>
      <dgm:t>
        <a:bodyPr/>
        <a:lstStyle/>
        <a:p>
          <a:r>
            <a:rPr lang="en-US" altLang="zh-CN" dirty="0"/>
            <a:t>medicine</a:t>
          </a:r>
          <a:endParaRPr lang="zh-CN" altLang="en-US" dirty="0"/>
        </a:p>
      </dgm:t>
    </dgm:pt>
    <dgm:pt modelId="{91005664-375F-324D-B894-7312ED53A37E}" type="parTrans" cxnId="{984FD6A3-312C-A345-BA4D-F798F4907813}">
      <dgm:prSet/>
      <dgm:spPr/>
      <dgm:t>
        <a:bodyPr/>
        <a:lstStyle/>
        <a:p>
          <a:endParaRPr lang="zh-CN" altLang="en-US"/>
        </a:p>
      </dgm:t>
    </dgm:pt>
    <dgm:pt modelId="{D549E066-47B8-3045-BB5C-7CDEC4D43F02}" type="sibTrans" cxnId="{984FD6A3-312C-A345-BA4D-F798F4907813}">
      <dgm:prSet/>
      <dgm:spPr/>
      <dgm:t>
        <a:bodyPr/>
        <a:lstStyle/>
        <a:p>
          <a:endParaRPr lang="zh-CN" altLang="en-US"/>
        </a:p>
      </dgm:t>
    </dgm:pt>
    <dgm:pt modelId="{430A0139-6DEB-534A-B6D3-937A22B046BE}">
      <dgm:prSet phldrT="[文本]"/>
      <dgm:spPr/>
      <dgm:t>
        <a:bodyPr/>
        <a:lstStyle/>
        <a:p>
          <a:r>
            <a:rPr lang="en-US" altLang="zh-CN" u="none" dirty="0"/>
            <a:t>cost</a:t>
          </a:r>
          <a:endParaRPr lang="zh-CN" altLang="en-US" u="none" dirty="0"/>
        </a:p>
      </dgm:t>
    </dgm:pt>
    <dgm:pt modelId="{DCF0F629-3665-3C4A-8272-F7CED9520509}" type="parTrans" cxnId="{613C7AC2-A849-5447-BE45-9B3B8F3B8A13}">
      <dgm:prSet/>
      <dgm:spPr/>
      <dgm:t>
        <a:bodyPr/>
        <a:lstStyle/>
        <a:p>
          <a:endParaRPr lang="zh-CN" altLang="en-US"/>
        </a:p>
      </dgm:t>
    </dgm:pt>
    <dgm:pt modelId="{622D418F-A1B6-6A44-8413-96E2311ABD2B}" type="sibTrans" cxnId="{613C7AC2-A849-5447-BE45-9B3B8F3B8A13}">
      <dgm:prSet/>
      <dgm:spPr/>
      <dgm:t>
        <a:bodyPr/>
        <a:lstStyle/>
        <a:p>
          <a:endParaRPr lang="zh-CN" altLang="en-US"/>
        </a:p>
      </dgm:t>
    </dgm:pt>
    <dgm:pt modelId="{70E7512C-D619-A440-983E-155265B0E4CD}">
      <dgm:prSet phldrT="[文本]"/>
      <dgm:spPr/>
      <dgm:t>
        <a:bodyPr/>
        <a:lstStyle/>
        <a:p>
          <a:r>
            <a:rPr lang="en-US" altLang="zh-CN" u="sng" dirty="0" err="1"/>
            <a:t>m_id</a:t>
          </a:r>
          <a:endParaRPr lang="zh-CN" altLang="en-US" u="sng" dirty="0"/>
        </a:p>
      </dgm:t>
    </dgm:pt>
    <dgm:pt modelId="{71E02441-72C1-AC42-BAB2-A650A3C358C3}" type="parTrans" cxnId="{063D41D9-34C5-1940-A15B-13D1A13B8D2A}">
      <dgm:prSet/>
      <dgm:spPr/>
      <dgm:t>
        <a:bodyPr/>
        <a:lstStyle/>
        <a:p>
          <a:endParaRPr lang="zh-CN" altLang="en-US"/>
        </a:p>
      </dgm:t>
    </dgm:pt>
    <dgm:pt modelId="{AE23559C-6817-314F-AFA5-66DB6A6710AF}" type="sibTrans" cxnId="{063D41D9-34C5-1940-A15B-13D1A13B8D2A}">
      <dgm:prSet/>
      <dgm:spPr/>
      <dgm:t>
        <a:bodyPr/>
        <a:lstStyle/>
        <a:p>
          <a:endParaRPr lang="zh-CN" altLang="en-US"/>
        </a:p>
      </dgm:t>
    </dgm:pt>
    <dgm:pt modelId="{A2617985-D9CD-864E-A8B9-7B91D77025FF}">
      <dgm:prSet phldrT="[文本]"/>
      <dgm:spPr/>
      <dgm:t>
        <a:bodyPr/>
        <a:lstStyle/>
        <a:p>
          <a:r>
            <a:rPr lang="en-US" altLang="zh-CN" dirty="0" err="1"/>
            <a:t>m_name</a:t>
          </a:r>
          <a:endParaRPr lang="zh-CN" altLang="en-US" dirty="0"/>
        </a:p>
      </dgm:t>
    </dgm:pt>
    <dgm:pt modelId="{190AE56F-4838-A641-8073-0694D48840E0}" type="parTrans" cxnId="{C3CE4AAA-76C9-514F-A2E9-CDFF1A10368A}">
      <dgm:prSet/>
      <dgm:spPr/>
      <dgm:t>
        <a:bodyPr/>
        <a:lstStyle/>
        <a:p>
          <a:endParaRPr lang="zh-CN" altLang="en-US"/>
        </a:p>
      </dgm:t>
    </dgm:pt>
    <dgm:pt modelId="{6398B29A-7007-7A4E-9CA9-A2E78B1F84D1}" type="sibTrans" cxnId="{C3CE4AAA-76C9-514F-A2E9-CDFF1A10368A}">
      <dgm:prSet/>
      <dgm:spPr/>
      <dgm:t>
        <a:bodyPr/>
        <a:lstStyle/>
        <a:p>
          <a:endParaRPr lang="zh-CN" altLang="en-US"/>
        </a:p>
      </dgm:t>
    </dgm:pt>
    <dgm:pt modelId="{03598974-268C-8B47-B908-9BE4B14D4547}" type="pres">
      <dgm:prSet presAssocID="{185E6318-FF4D-474D-BCBB-265BCA02689C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B435973E-9458-DF49-81BE-9203ED04CFE3}" type="pres">
      <dgm:prSet presAssocID="{705F9E9D-4084-454B-BB80-9DDCA98CCAC3}" presName="singleCycle" presStyleCnt="0"/>
      <dgm:spPr/>
    </dgm:pt>
    <dgm:pt modelId="{E47FF3A0-439F-B54B-9A95-69B0EA530F2B}" type="pres">
      <dgm:prSet presAssocID="{705F9E9D-4084-454B-BB80-9DDCA98CCAC3}" presName="singleCenter" presStyleLbl="node1" presStyleIdx="0" presStyleCnt="4" custLinFactNeighborX="-40235" custLinFactNeighborY="2279">
        <dgm:presLayoutVars>
          <dgm:chMax val="7"/>
          <dgm:chPref val="7"/>
        </dgm:presLayoutVars>
      </dgm:prSet>
      <dgm:spPr/>
    </dgm:pt>
    <dgm:pt modelId="{B3B85E70-ED73-8E4C-A66F-49C2A7041374}" type="pres">
      <dgm:prSet presAssocID="{DCF0F629-3665-3C4A-8272-F7CED9520509}" presName="Name56" presStyleLbl="parChTrans1D2" presStyleIdx="0" presStyleCnt="3"/>
      <dgm:spPr/>
    </dgm:pt>
    <dgm:pt modelId="{C387E819-A405-B343-9BB4-A824BF35497E}" type="pres">
      <dgm:prSet presAssocID="{430A0139-6DEB-534A-B6D3-937A22B046BE}" presName="text0" presStyleLbl="node1" presStyleIdx="1" presStyleCnt="4" custRadScaleRad="27464" custRadScaleInc="-134118">
        <dgm:presLayoutVars>
          <dgm:bulletEnabled val="1"/>
        </dgm:presLayoutVars>
      </dgm:prSet>
      <dgm:spPr>
        <a:prstGeom prst="ellipse">
          <a:avLst/>
        </a:prstGeom>
      </dgm:spPr>
    </dgm:pt>
    <dgm:pt modelId="{9C755ADB-C9A2-3B4D-8F18-B9320DA389FA}" type="pres">
      <dgm:prSet presAssocID="{71E02441-72C1-AC42-BAB2-A650A3C358C3}" presName="Name56" presStyleLbl="parChTrans1D2" presStyleIdx="1" presStyleCnt="3"/>
      <dgm:spPr/>
    </dgm:pt>
    <dgm:pt modelId="{01D021E9-C4A8-F545-A59D-1D3F104D698B}" type="pres">
      <dgm:prSet presAssocID="{70E7512C-D619-A440-983E-155265B0E4CD}" presName="text0" presStyleLbl="node1" presStyleIdx="2" presStyleCnt="4" custRadScaleRad="100970" custRadScaleInc="-296508">
        <dgm:presLayoutVars>
          <dgm:bulletEnabled val="1"/>
        </dgm:presLayoutVars>
      </dgm:prSet>
      <dgm:spPr>
        <a:prstGeom prst="ellipse">
          <a:avLst/>
        </a:prstGeom>
      </dgm:spPr>
    </dgm:pt>
    <dgm:pt modelId="{C5F70AF2-F099-6540-ADAF-E7B294B0DBC6}" type="pres">
      <dgm:prSet presAssocID="{190AE56F-4838-A641-8073-0694D48840E0}" presName="Name56" presStyleLbl="parChTrans1D2" presStyleIdx="2" presStyleCnt="3"/>
      <dgm:spPr/>
    </dgm:pt>
    <dgm:pt modelId="{67B10AA3-D91B-FF43-AEFB-727C2004AE99}" type="pres">
      <dgm:prSet presAssocID="{A2617985-D9CD-864E-A8B9-7B91D77025FF}" presName="text0" presStyleLbl="node1" presStyleIdx="3" presStyleCnt="4" custRadScaleRad="46889" custRadScaleInc="-41193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94D80005-6614-EA41-9714-7FCECDDC27EB}" type="presOf" srcId="{A2617985-D9CD-864E-A8B9-7B91D77025FF}" destId="{67B10AA3-D91B-FF43-AEFB-727C2004AE99}" srcOrd="0" destOrd="0" presId="urn:microsoft.com/office/officeart/2008/layout/RadialCluster"/>
    <dgm:cxn modelId="{2BD59114-D8C4-4144-8C9D-727AEB4B4747}" type="presOf" srcId="{185E6318-FF4D-474D-BCBB-265BCA02689C}" destId="{03598974-268C-8B47-B908-9BE4B14D4547}" srcOrd="0" destOrd="0" presId="urn:microsoft.com/office/officeart/2008/layout/RadialCluster"/>
    <dgm:cxn modelId="{E1F78B28-7ABE-AD4B-A5BD-BB90F9CA55A6}" type="presOf" srcId="{70E7512C-D619-A440-983E-155265B0E4CD}" destId="{01D021E9-C4A8-F545-A59D-1D3F104D698B}" srcOrd="0" destOrd="0" presId="urn:microsoft.com/office/officeart/2008/layout/RadialCluster"/>
    <dgm:cxn modelId="{C43DB440-02D5-EB4F-9CFB-F77E28B79E6A}" type="presOf" srcId="{DCF0F629-3665-3C4A-8272-F7CED9520509}" destId="{B3B85E70-ED73-8E4C-A66F-49C2A7041374}" srcOrd="0" destOrd="0" presId="urn:microsoft.com/office/officeart/2008/layout/RadialCluster"/>
    <dgm:cxn modelId="{BED3CC4D-CAE7-9A4C-97FE-8BA10F054D3C}" type="presOf" srcId="{430A0139-6DEB-534A-B6D3-937A22B046BE}" destId="{C387E819-A405-B343-9BB4-A824BF35497E}" srcOrd="0" destOrd="0" presId="urn:microsoft.com/office/officeart/2008/layout/RadialCluster"/>
    <dgm:cxn modelId="{E4053D61-413C-F743-B726-0AAC525DBBEE}" type="presOf" srcId="{190AE56F-4838-A641-8073-0694D48840E0}" destId="{C5F70AF2-F099-6540-ADAF-E7B294B0DBC6}" srcOrd="0" destOrd="0" presId="urn:microsoft.com/office/officeart/2008/layout/RadialCluster"/>
    <dgm:cxn modelId="{E4B2B19B-1926-9B46-B20D-6AE03AA06822}" type="presOf" srcId="{71E02441-72C1-AC42-BAB2-A650A3C358C3}" destId="{9C755ADB-C9A2-3B4D-8F18-B9320DA389FA}" srcOrd="0" destOrd="0" presId="urn:microsoft.com/office/officeart/2008/layout/RadialCluster"/>
    <dgm:cxn modelId="{984FD6A3-312C-A345-BA4D-F798F4907813}" srcId="{185E6318-FF4D-474D-BCBB-265BCA02689C}" destId="{705F9E9D-4084-454B-BB80-9DDCA98CCAC3}" srcOrd="0" destOrd="0" parTransId="{91005664-375F-324D-B894-7312ED53A37E}" sibTransId="{D549E066-47B8-3045-BB5C-7CDEC4D43F02}"/>
    <dgm:cxn modelId="{C3CE4AAA-76C9-514F-A2E9-CDFF1A10368A}" srcId="{705F9E9D-4084-454B-BB80-9DDCA98CCAC3}" destId="{A2617985-D9CD-864E-A8B9-7B91D77025FF}" srcOrd="2" destOrd="0" parTransId="{190AE56F-4838-A641-8073-0694D48840E0}" sibTransId="{6398B29A-7007-7A4E-9CA9-A2E78B1F84D1}"/>
    <dgm:cxn modelId="{613C7AC2-A849-5447-BE45-9B3B8F3B8A13}" srcId="{705F9E9D-4084-454B-BB80-9DDCA98CCAC3}" destId="{430A0139-6DEB-534A-B6D3-937A22B046BE}" srcOrd="0" destOrd="0" parTransId="{DCF0F629-3665-3C4A-8272-F7CED9520509}" sibTransId="{622D418F-A1B6-6A44-8413-96E2311ABD2B}"/>
    <dgm:cxn modelId="{063D41D9-34C5-1940-A15B-13D1A13B8D2A}" srcId="{705F9E9D-4084-454B-BB80-9DDCA98CCAC3}" destId="{70E7512C-D619-A440-983E-155265B0E4CD}" srcOrd="1" destOrd="0" parTransId="{71E02441-72C1-AC42-BAB2-A650A3C358C3}" sibTransId="{AE23559C-6817-314F-AFA5-66DB6A6710AF}"/>
    <dgm:cxn modelId="{81C5C0F2-5B3F-BE4C-8EBB-A64B765CBE7C}" type="presOf" srcId="{705F9E9D-4084-454B-BB80-9DDCA98CCAC3}" destId="{E47FF3A0-439F-B54B-9A95-69B0EA530F2B}" srcOrd="0" destOrd="0" presId="urn:microsoft.com/office/officeart/2008/layout/RadialCluster"/>
    <dgm:cxn modelId="{D82B415D-C1F8-9649-84F4-82A309CC6F60}" type="presParOf" srcId="{03598974-268C-8B47-B908-9BE4B14D4547}" destId="{B435973E-9458-DF49-81BE-9203ED04CFE3}" srcOrd="0" destOrd="0" presId="urn:microsoft.com/office/officeart/2008/layout/RadialCluster"/>
    <dgm:cxn modelId="{397A7A3B-3EE9-D34A-A736-B06F265175E0}" type="presParOf" srcId="{B435973E-9458-DF49-81BE-9203ED04CFE3}" destId="{E47FF3A0-439F-B54B-9A95-69B0EA530F2B}" srcOrd="0" destOrd="0" presId="urn:microsoft.com/office/officeart/2008/layout/RadialCluster"/>
    <dgm:cxn modelId="{DC2610D0-BB82-2040-9D40-561C2728999B}" type="presParOf" srcId="{B435973E-9458-DF49-81BE-9203ED04CFE3}" destId="{B3B85E70-ED73-8E4C-A66F-49C2A7041374}" srcOrd="1" destOrd="0" presId="urn:microsoft.com/office/officeart/2008/layout/RadialCluster"/>
    <dgm:cxn modelId="{79FEFA09-2C3F-FF45-A39F-38DEBED46B84}" type="presParOf" srcId="{B435973E-9458-DF49-81BE-9203ED04CFE3}" destId="{C387E819-A405-B343-9BB4-A824BF35497E}" srcOrd="2" destOrd="0" presId="urn:microsoft.com/office/officeart/2008/layout/RadialCluster"/>
    <dgm:cxn modelId="{4F436719-4A0A-1047-8097-2D9D2A18E66E}" type="presParOf" srcId="{B435973E-9458-DF49-81BE-9203ED04CFE3}" destId="{9C755ADB-C9A2-3B4D-8F18-B9320DA389FA}" srcOrd="3" destOrd="0" presId="urn:microsoft.com/office/officeart/2008/layout/RadialCluster"/>
    <dgm:cxn modelId="{DF739A27-0DD9-AD4C-A549-2DD575E6B65E}" type="presParOf" srcId="{B435973E-9458-DF49-81BE-9203ED04CFE3}" destId="{01D021E9-C4A8-F545-A59D-1D3F104D698B}" srcOrd="4" destOrd="0" presId="urn:microsoft.com/office/officeart/2008/layout/RadialCluster"/>
    <dgm:cxn modelId="{EDAA9BD6-737D-1C43-8647-56110680D4EC}" type="presParOf" srcId="{B435973E-9458-DF49-81BE-9203ED04CFE3}" destId="{C5F70AF2-F099-6540-ADAF-E7B294B0DBC6}" srcOrd="5" destOrd="0" presId="urn:microsoft.com/office/officeart/2008/layout/RadialCluster"/>
    <dgm:cxn modelId="{A5694CDB-01B7-5C4E-9CA9-81C0693E2A1A}" type="presParOf" srcId="{B435973E-9458-DF49-81BE-9203ED04CFE3}" destId="{67B10AA3-D91B-FF43-AEFB-727C2004AE99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85E6318-FF4D-474D-BCBB-265BCA02689C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05F9E9D-4084-454B-BB80-9DDCA98CCAC3}">
      <dgm:prSet phldrT="[文本]"/>
      <dgm:spPr/>
      <dgm:t>
        <a:bodyPr/>
        <a:lstStyle/>
        <a:p>
          <a:r>
            <a:rPr lang="en-US" altLang="zh-CN" dirty="0"/>
            <a:t>patient</a:t>
          </a:r>
          <a:endParaRPr lang="zh-CN" altLang="en-US" dirty="0"/>
        </a:p>
      </dgm:t>
    </dgm:pt>
    <dgm:pt modelId="{91005664-375F-324D-B894-7312ED53A37E}" type="parTrans" cxnId="{984FD6A3-312C-A345-BA4D-F798F4907813}">
      <dgm:prSet/>
      <dgm:spPr/>
      <dgm:t>
        <a:bodyPr/>
        <a:lstStyle/>
        <a:p>
          <a:endParaRPr lang="zh-CN" altLang="en-US"/>
        </a:p>
      </dgm:t>
    </dgm:pt>
    <dgm:pt modelId="{D549E066-47B8-3045-BB5C-7CDEC4D43F02}" type="sibTrans" cxnId="{984FD6A3-312C-A345-BA4D-F798F4907813}">
      <dgm:prSet/>
      <dgm:spPr/>
      <dgm:t>
        <a:bodyPr/>
        <a:lstStyle/>
        <a:p>
          <a:endParaRPr lang="zh-CN" altLang="en-US"/>
        </a:p>
      </dgm:t>
    </dgm:pt>
    <dgm:pt modelId="{430A0139-6DEB-534A-B6D3-937A22B046BE}">
      <dgm:prSet phldrT="[文本]"/>
      <dgm:spPr/>
      <dgm:t>
        <a:bodyPr/>
        <a:lstStyle/>
        <a:p>
          <a:r>
            <a:rPr lang="en-US" altLang="zh-CN" u="sng" dirty="0"/>
            <a:t>SIN</a:t>
          </a:r>
          <a:endParaRPr lang="zh-CN" altLang="en-US" u="sng" dirty="0"/>
        </a:p>
      </dgm:t>
    </dgm:pt>
    <dgm:pt modelId="{DCF0F629-3665-3C4A-8272-F7CED9520509}" type="parTrans" cxnId="{613C7AC2-A849-5447-BE45-9B3B8F3B8A13}">
      <dgm:prSet/>
      <dgm:spPr/>
      <dgm:t>
        <a:bodyPr/>
        <a:lstStyle/>
        <a:p>
          <a:endParaRPr lang="zh-CN" altLang="en-US"/>
        </a:p>
      </dgm:t>
    </dgm:pt>
    <dgm:pt modelId="{622D418F-A1B6-6A44-8413-96E2311ABD2B}" type="sibTrans" cxnId="{613C7AC2-A849-5447-BE45-9B3B8F3B8A13}">
      <dgm:prSet/>
      <dgm:spPr/>
      <dgm:t>
        <a:bodyPr/>
        <a:lstStyle/>
        <a:p>
          <a:endParaRPr lang="zh-CN" altLang="en-US"/>
        </a:p>
      </dgm:t>
    </dgm:pt>
    <dgm:pt modelId="{20F3E2E4-954C-3649-951E-8EFF5886B847}">
      <dgm:prSet phldrT="[文本]"/>
      <dgm:spPr/>
      <dgm:t>
        <a:bodyPr/>
        <a:lstStyle/>
        <a:p>
          <a:r>
            <a:rPr lang="en-US" altLang="zh-CN" dirty="0"/>
            <a:t>first</a:t>
          </a:r>
          <a:endParaRPr lang="zh-CN" altLang="en-US" dirty="0"/>
        </a:p>
      </dgm:t>
    </dgm:pt>
    <dgm:pt modelId="{8F6E6D69-2650-4B46-9365-807A24797EBA}" type="parTrans" cxnId="{CB4C27EF-69AF-074C-89E9-ADA14A5A364E}">
      <dgm:prSet/>
      <dgm:spPr/>
      <dgm:t>
        <a:bodyPr/>
        <a:lstStyle/>
        <a:p>
          <a:endParaRPr lang="zh-CN" altLang="en-US"/>
        </a:p>
      </dgm:t>
    </dgm:pt>
    <dgm:pt modelId="{67A0470A-D37C-344A-AD98-F71CEA4FC974}" type="sibTrans" cxnId="{CB4C27EF-69AF-074C-89E9-ADA14A5A364E}">
      <dgm:prSet/>
      <dgm:spPr/>
      <dgm:t>
        <a:bodyPr/>
        <a:lstStyle/>
        <a:p>
          <a:endParaRPr lang="zh-CN" altLang="en-US"/>
        </a:p>
      </dgm:t>
    </dgm:pt>
    <dgm:pt modelId="{70E7512C-D619-A440-983E-155265B0E4CD}">
      <dgm:prSet phldrT="[文本]"/>
      <dgm:spPr/>
      <dgm:t>
        <a:bodyPr/>
        <a:lstStyle/>
        <a:p>
          <a:r>
            <a:rPr lang="en-US" altLang="zh-CN" dirty="0"/>
            <a:t>last</a:t>
          </a:r>
          <a:endParaRPr lang="zh-CN" altLang="en-US" dirty="0"/>
        </a:p>
      </dgm:t>
    </dgm:pt>
    <dgm:pt modelId="{71E02441-72C1-AC42-BAB2-A650A3C358C3}" type="parTrans" cxnId="{063D41D9-34C5-1940-A15B-13D1A13B8D2A}">
      <dgm:prSet/>
      <dgm:spPr/>
      <dgm:t>
        <a:bodyPr/>
        <a:lstStyle/>
        <a:p>
          <a:endParaRPr lang="zh-CN" altLang="en-US"/>
        </a:p>
      </dgm:t>
    </dgm:pt>
    <dgm:pt modelId="{AE23559C-6817-314F-AFA5-66DB6A6710AF}" type="sibTrans" cxnId="{063D41D9-34C5-1940-A15B-13D1A13B8D2A}">
      <dgm:prSet/>
      <dgm:spPr/>
      <dgm:t>
        <a:bodyPr/>
        <a:lstStyle/>
        <a:p>
          <a:endParaRPr lang="zh-CN" altLang="en-US"/>
        </a:p>
      </dgm:t>
    </dgm:pt>
    <dgm:pt modelId="{A2617985-D9CD-864E-A8B9-7B91D77025FF}">
      <dgm:prSet phldrT="[文本]"/>
      <dgm:spPr/>
      <dgm:t>
        <a:bodyPr/>
        <a:lstStyle/>
        <a:p>
          <a:r>
            <a:rPr lang="en-US" altLang="zh-CN" dirty="0"/>
            <a:t>birth</a:t>
          </a:r>
          <a:endParaRPr lang="zh-CN" altLang="en-US" dirty="0"/>
        </a:p>
      </dgm:t>
    </dgm:pt>
    <dgm:pt modelId="{190AE56F-4838-A641-8073-0694D48840E0}" type="parTrans" cxnId="{C3CE4AAA-76C9-514F-A2E9-CDFF1A10368A}">
      <dgm:prSet/>
      <dgm:spPr/>
      <dgm:t>
        <a:bodyPr/>
        <a:lstStyle/>
        <a:p>
          <a:endParaRPr lang="zh-CN" altLang="en-US"/>
        </a:p>
      </dgm:t>
    </dgm:pt>
    <dgm:pt modelId="{6398B29A-7007-7A4E-9CA9-A2E78B1F84D1}" type="sibTrans" cxnId="{C3CE4AAA-76C9-514F-A2E9-CDFF1A10368A}">
      <dgm:prSet/>
      <dgm:spPr/>
      <dgm:t>
        <a:bodyPr/>
        <a:lstStyle/>
        <a:p>
          <a:endParaRPr lang="zh-CN" altLang="en-US"/>
        </a:p>
      </dgm:t>
    </dgm:pt>
    <dgm:pt modelId="{03598974-268C-8B47-B908-9BE4B14D4547}" type="pres">
      <dgm:prSet presAssocID="{185E6318-FF4D-474D-BCBB-265BCA02689C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B435973E-9458-DF49-81BE-9203ED04CFE3}" type="pres">
      <dgm:prSet presAssocID="{705F9E9D-4084-454B-BB80-9DDCA98CCAC3}" presName="singleCycle" presStyleCnt="0"/>
      <dgm:spPr/>
    </dgm:pt>
    <dgm:pt modelId="{E47FF3A0-439F-B54B-9A95-69B0EA530F2B}" type="pres">
      <dgm:prSet presAssocID="{705F9E9D-4084-454B-BB80-9DDCA98CCAC3}" presName="singleCenter" presStyleLbl="node1" presStyleIdx="0" presStyleCnt="5" custLinFactNeighborX="9810" custLinFactNeighborY="-38989">
        <dgm:presLayoutVars>
          <dgm:chMax val="7"/>
          <dgm:chPref val="7"/>
        </dgm:presLayoutVars>
      </dgm:prSet>
      <dgm:spPr/>
    </dgm:pt>
    <dgm:pt modelId="{B3B85E70-ED73-8E4C-A66F-49C2A7041374}" type="pres">
      <dgm:prSet presAssocID="{DCF0F629-3665-3C4A-8272-F7CED9520509}" presName="Name56" presStyleLbl="parChTrans1D2" presStyleIdx="0" presStyleCnt="4"/>
      <dgm:spPr/>
    </dgm:pt>
    <dgm:pt modelId="{C387E819-A405-B343-9BB4-A824BF35497E}" type="pres">
      <dgm:prSet presAssocID="{430A0139-6DEB-534A-B6D3-937A22B046BE}" presName="text0" presStyleLbl="node1" presStyleIdx="1" presStyleCnt="5" custRadScaleRad="130147" custRadScaleInc="-95920">
        <dgm:presLayoutVars>
          <dgm:bulletEnabled val="1"/>
        </dgm:presLayoutVars>
      </dgm:prSet>
      <dgm:spPr>
        <a:prstGeom prst="ellipse">
          <a:avLst/>
        </a:prstGeom>
      </dgm:spPr>
    </dgm:pt>
    <dgm:pt modelId="{547B6186-2376-5447-AE8B-B39E41239AAE}" type="pres">
      <dgm:prSet presAssocID="{8F6E6D69-2650-4B46-9365-807A24797EBA}" presName="Name56" presStyleLbl="parChTrans1D2" presStyleIdx="1" presStyleCnt="4"/>
      <dgm:spPr/>
    </dgm:pt>
    <dgm:pt modelId="{8918B92B-48B1-334D-8BE4-E2D6776786C4}" type="pres">
      <dgm:prSet presAssocID="{20F3E2E4-954C-3649-951E-8EFF5886B847}" presName="text0" presStyleLbl="node1" presStyleIdx="2" presStyleCnt="5" custRadScaleRad="84696" custRadScaleInc="364867">
        <dgm:presLayoutVars>
          <dgm:bulletEnabled val="1"/>
        </dgm:presLayoutVars>
      </dgm:prSet>
      <dgm:spPr>
        <a:prstGeom prst="ellipse">
          <a:avLst/>
        </a:prstGeom>
      </dgm:spPr>
    </dgm:pt>
    <dgm:pt modelId="{E6E21981-BFD7-E441-97CC-65CDE50268D8}" type="pres">
      <dgm:prSet presAssocID="{71E02441-72C1-AC42-BAB2-A650A3C358C3}" presName="Name56" presStyleLbl="parChTrans1D2" presStyleIdx="2" presStyleCnt="4"/>
      <dgm:spPr/>
    </dgm:pt>
    <dgm:pt modelId="{1F76BB08-D7CB-2F43-AFEE-ED95828D4639}" type="pres">
      <dgm:prSet presAssocID="{70E7512C-D619-A440-983E-155265B0E4CD}" presName="text0" presStyleLbl="node1" presStyleIdx="3" presStyleCnt="5" custRadScaleRad="94214" custRadScaleInc="226763">
        <dgm:presLayoutVars>
          <dgm:bulletEnabled val="1"/>
        </dgm:presLayoutVars>
      </dgm:prSet>
      <dgm:spPr>
        <a:prstGeom prst="ellipse">
          <a:avLst/>
        </a:prstGeom>
      </dgm:spPr>
    </dgm:pt>
    <dgm:pt modelId="{B0D9A561-B3D1-824B-BD02-2F71E4D68931}" type="pres">
      <dgm:prSet presAssocID="{190AE56F-4838-A641-8073-0694D48840E0}" presName="Name56" presStyleLbl="parChTrans1D2" presStyleIdx="3" presStyleCnt="4"/>
      <dgm:spPr/>
    </dgm:pt>
    <dgm:pt modelId="{402A7FCF-3F6F-4A4E-B1F4-04303E1CA4DB}" type="pres">
      <dgm:prSet presAssocID="{A2617985-D9CD-864E-A8B9-7B91D77025FF}" presName="text0" presStyleLbl="node1" presStyleIdx="4" presStyleCnt="5" custRadScaleRad="108792" custRadScaleInc="69300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2BD59114-D8C4-4144-8C9D-727AEB4B4747}" type="presOf" srcId="{185E6318-FF4D-474D-BCBB-265BCA02689C}" destId="{03598974-268C-8B47-B908-9BE4B14D4547}" srcOrd="0" destOrd="0" presId="urn:microsoft.com/office/officeart/2008/layout/RadialCluster"/>
    <dgm:cxn modelId="{AC8A1735-BFDB-424F-B1B0-9A48ED23F853}" type="presOf" srcId="{190AE56F-4838-A641-8073-0694D48840E0}" destId="{B0D9A561-B3D1-824B-BD02-2F71E4D68931}" srcOrd="0" destOrd="0" presId="urn:microsoft.com/office/officeart/2008/layout/RadialCluster"/>
    <dgm:cxn modelId="{C43DB440-02D5-EB4F-9CFB-F77E28B79E6A}" type="presOf" srcId="{DCF0F629-3665-3C4A-8272-F7CED9520509}" destId="{B3B85E70-ED73-8E4C-A66F-49C2A7041374}" srcOrd="0" destOrd="0" presId="urn:microsoft.com/office/officeart/2008/layout/RadialCluster"/>
    <dgm:cxn modelId="{BED3CC4D-CAE7-9A4C-97FE-8BA10F054D3C}" type="presOf" srcId="{430A0139-6DEB-534A-B6D3-937A22B046BE}" destId="{C387E819-A405-B343-9BB4-A824BF35497E}" srcOrd="0" destOrd="0" presId="urn:microsoft.com/office/officeart/2008/layout/RadialCluster"/>
    <dgm:cxn modelId="{D8E95A6F-C15C-1C4B-9072-26913E9FACE6}" type="presOf" srcId="{71E02441-72C1-AC42-BAB2-A650A3C358C3}" destId="{E6E21981-BFD7-E441-97CC-65CDE50268D8}" srcOrd="0" destOrd="0" presId="urn:microsoft.com/office/officeart/2008/layout/RadialCluster"/>
    <dgm:cxn modelId="{A7467571-1D36-024E-B111-C2E55CFA5DAB}" type="presOf" srcId="{A2617985-D9CD-864E-A8B9-7B91D77025FF}" destId="{402A7FCF-3F6F-4A4E-B1F4-04303E1CA4DB}" srcOrd="0" destOrd="0" presId="urn:microsoft.com/office/officeart/2008/layout/RadialCluster"/>
    <dgm:cxn modelId="{984FD6A3-312C-A345-BA4D-F798F4907813}" srcId="{185E6318-FF4D-474D-BCBB-265BCA02689C}" destId="{705F9E9D-4084-454B-BB80-9DDCA98CCAC3}" srcOrd="0" destOrd="0" parTransId="{91005664-375F-324D-B894-7312ED53A37E}" sibTransId="{D549E066-47B8-3045-BB5C-7CDEC4D43F02}"/>
    <dgm:cxn modelId="{D45B56A9-FA7E-EB4A-BBE7-72C8F0DEA93B}" type="presOf" srcId="{70E7512C-D619-A440-983E-155265B0E4CD}" destId="{1F76BB08-D7CB-2F43-AFEE-ED95828D4639}" srcOrd="0" destOrd="0" presId="urn:microsoft.com/office/officeart/2008/layout/RadialCluster"/>
    <dgm:cxn modelId="{C3CE4AAA-76C9-514F-A2E9-CDFF1A10368A}" srcId="{705F9E9D-4084-454B-BB80-9DDCA98CCAC3}" destId="{A2617985-D9CD-864E-A8B9-7B91D77025FF}" srcOrd="3" destOrd="0" parTransId="{190AE56F-4838-A641-8073-0694D48840E0}" sibTransId="{6398B29A-7007-7A4E-9CA9-A2E78B1F84D1}"/>
    <dgm:cxn modelId="{613C7AC2-A849-5447-BE45-9B3B8F3B8A13}" srcId="{705F9E9D-4084-454B-BB80-9DDCA98CCAC3}" destId="{430A0139-6DEB-534A-B6D3-937A22B046BE}" srcOrd="0" destOrd="0" parTransId="{DCF0F629-3665-3C4A-8272-F7CED9520509}" sibTransId="{622D418F-A1B6-6A44-8413-96E2311ABD2B}"/>
    <dgm:cxn modelId="{063D41D9-34C5-1940-A15B-13D1A13B8D2A}" srcId="{705F9E9D-4084-454B-BB80-9DDCA98CCAC3}" destId="{70E7512C-D619-A440-983E-155265B0E4CD}" srcOrd="2" destOrd="0" parTransId="{71E02441-72C1-AC42-BAB2-A650A3C358C3}" sibTransId="{AE23559C-6817-314F-AFA5-66DB6A6710AF}"/>
    <dgm:cxn modelId="{CB4C27EF-69AF-074C-89E9-ADA14A5A364E}" srcId="{705F9E9D-4084-454B-BB80-9DDCA98CCAC3}" destId="{20F3E2E4-954C-3649-951E-8EFF5886B847}" srcOrd="1" destOrd="0" parTransId="{8F6E6D69-2650-4B46-9365-807A24797EBA}" sibTransId="{67A0470A-D37C-344A-AD98-F71CEA4FC974}"/>
    <dgm:cxn modelId="{81C5C0F2-5B3F-BE4C-8EBB-A64B765CBE7C}" type="presOf" srcId="{705F9E9D-4084-454B-BB80-9DDCA98CCAC3}" destId="{E47FF3A0-439F-B54B-9A95-69B0EA530F2B}" srcOrd="0" destOrd="0" presId="urn:microsoft.com/office/officeart/2008/layout/RadialCluster"/>
    <dgm:cxn modelId="{CDA232F7-E96A-5F4F-A426-79743421677A}" type="presOf" srcId="{8F6E6D69-2650-4B46-9365-807A24797EBA}" destId="{547B6186-2376-5447-AE8B-B39E41239AAE}" srcOrd="0" destOrd="0" presId="urn:microsoft.com/office/officeart/2008/layout/RadialCluster"/>
    <dgm:cxn modelId="{838144F7-AAE0-7B45-91E1-9F195DDC6149}" type="presOf" srcId="{20F3E2E4-954C-3649-951E-8EFF5886B847}" destId="{8918B92B-48B1-334D-8BE4-E2D6776786C4}" srcOrd="0" destOrd="0" presId="urn:microsoft.com/office/officeart/2008/layout/RadialCluster"/>
    <dgm:cxn modelId="{D82B415D-C1F8-9649-84F4-82A309CC6F60}" type="presParOf" srcId="{03598974-268C-8B47-B908-9BE4B14D4547}" destId="{B435973E-9458-DF49-81BE-9203ED04CFE3}" srcOrd="0" destOrd="0" presId="urn:microsoft.com/office/officeart/2008/layout/RadialCluster"/>
    <dgm:cxn modelId="{397A7A3B-3EE9-D34A-A736-B06F265175E0}" type="presParOf" srcId="{B435973E-9458-DF49-81BE-9203ED04CFE3}" destId="{E47FF3A0-439F-B54B-9A95-69B0EA530F2B}" srcOrd="0" destOrd="0" presId="urn:microsoft.com/office/officeart/2008/layout/RadialCluster"/>
    <dgm:cxn modelId="{DC2610D0-BB82-2040-9D40-561C2728999B}" type="presParOf" srcId="{B435973E-9458-DF49-81BE-9203ED04CFE3}" destId="{B3B85E70-ED73-8E4C-A66F-49C2A7041374}" srcOrd="1" destOrd="0" presId="urn:microsoft.com/office/officeart/2008/layout/RadialCluster"/>
    <dgm:cxn modelId="{79FEFA09-2C3F-FF45-A39F-38DEBED46B84}" type="presParOf" srcId="{B435973E-9458-DF49-81BE-9203ED04CFE3}" destId="{C387E819-A405-B343-9BB4-A824BF35497E}" srcOrd="2" destOrd="0" presId="urn:microsoft.com/office/officeart/2008/layout/RadialCluster"/>
    <dgm:cxn modelId="{2135D794-8557-C742-8C24-13F534A3BA51}" type="presParOf" srcId="{B435973E-9458-DF49-81BE-9203ED04CFE3}" destId="{547B6186-2376-5447-AE8B-B39E41239AAE}" srcOrd="3" destOrd="0" presId="urn:microsoft.com/office/officeart/2008/layout/RadialCluster"/>
    <dgm:cxn modelId="{2F543276-338B-0F47-B6DF-A3DEC0A8A37C}" type="presParOf" srcId="{B435973E-9458-DF49-81BE-9203ED04CFE3}" destId="{8918B92B-48B1-334D-8BE4-E2D6776786C4}" srcOrd="4" destOrd="0" presId="urn:microsoft.com/office/officeart/2008/layout/RadialCluster"/>
    <dgm:cxn modelId="{9B241FB3-A7E9-714F-9ECD-06CB244467AE}" type="presParOf" srcId="{B435973E-9458-DF49-81BE-9203ED04CFE3}" destId="{E6E21981-BFD7-E441-97CC-65CDE50268D8}" srcOrd="5" destOrd="0" presId="urn:microsoft.com/office/officeart/2008/layout/RadialCluster"/>
    <dgm:cxn modelId="{244CCADC-224B-C948-8A49-E55F581C41B8}" type="presParOf" srcId="{B435973E-9458-DF49-81BE-9203ED04CFE3}" destId="{1F76BB08-D7CB-2F43-AFEE-ED95828D4639}" srcOrd="6" destOrd="0" presId="urn:microsoft.com/office/officeart/2008/layout/RadialCluster"/>
    <dgm:cxn modelId="{80FF8E3E-721B-D443-9ECF-2C4A8DB38C10}" type="presParOf" srcId="{B435973E-9458-DF49-81BE-9203ED04CFE3}" destId="{B0D9A561-B3D1-824B-BD02-2F71E4D68931}" srcOrd="7" destOrd="0" presId="urn:microsoft.com/office/officeart/2008/layout/RadialCluster"/>
    <dgm:cxn modelId="{0BCE36C7-F17D-B543-BE06-AF8493F5FB96}" type="presParOf" srcId="{B435973E-9458-DF49-81BE-9203ED04CFE3}" destId="{402A7FCF-3F6F-4A4E-B1F4-04303E1CA4DB}" srcOrd="8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85E6318-FF4D-474D-BCBB-265BCA02689C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05F9E9D-4084-454B-BB80-9DDCA98CCAC3}">
      <dgm:prSet phldrT="[文本]"/>
      <dgm:spPr/>
      <dgm:t>
        <a:bodyPr/>
        <a:lstStyle/>
        <a:p>
          <a:r>
            <a:rPr lang="en-CA" altLang="en-US" dirty="0"/>
            <a:t>Admission information</a:t>
          </a:r>
          <a:endParaRPr lang="zh-CN" altLang="en-US" dirty="0"/>
        </a:p>
      </dgm:t>
    </dgm:pt>
    <dgm:pt modelId="{91005664-375F-324D-B894-7312ED53A37E}" type="parTrans" cxnId="{984FD6A3-312C-A345-BA4D-F798F4907813}">
      <dgm:prSet/>
      <dgm:spPr/>
      <dgm:t>
        <a:bodyPr/>
        <a:lstStyle/>
        <a:p>
          <a:endParaRPr lang="zh-CN" altLang="en-US"/>
        </a:p>
      </dgm:t>
    </dgm:pt>
    <dgm:pt modelId="{D549E066-47B8-3045-BB5C-7CDEC4D43F02}" type="sibTrans" cxnId="{984FD6A3-312C-A345-BA4D-F798F4907813}">
      <dgm:prSet/>
      <dgm:spPr/>
      <dgm:t>
        <a:bodyPr/>
        <a:lstStyle/>
        <a:p>
          <a:endParaRPr lang="zh-CN" altLang="en-US"/>
        </a:p>
      </dgm:t>
    </dgm:pt>
    <dgm:pt modelId="{430A0139-6DEB-534A-B6D3-937A22B046BE}">
      <dgm:prSet phldrT="[文本]"/>
      <dgm:spPr/>
      <dgm:t>
        <a:bodyPr/>
        <a:lstStyle/>
        <a:p>
          <a:r>
            <a:rPr lang="en-US" altLang="zh-CN" u="sng" dirty="0" err="1"/>
            <a:t>a_id</a:t>
          </a:r>
          <a:endParaRPr lang="zh-CN" altLang="en-US" u="sng" dirty="0"/>
        </a:p>
      </dgm:t>
    </dgm:pt>
    <dgm:pt modelId="{DCF0F629-3665-3C4A-8272-F7CED9520509}" type="parTrans" cxnId="{613C7AC2-A849-5447-BE45-9B3B8F3B8A13}">
      <dgm:prSet/>
      <dgm:spPr/>
      <dgm:t>
        <a:bodyPr/>
        <a:lstStyle/>
        <a:p>
          <a:endParaRPr lang="zh-CN" altLang="en-US"/>
        </a:p>
      </dgm:t>
    </dgm:pt>
    <dgm:pt modelId="{622D418F-A1B6-6A44-8413-96E2311ABD2B}" type="sibTrans" cxnId="{613C7AC2-A849-5447-BE45-9B3B8F3B8A13}">
      <dgm:prSet/>
      <dgm:spPr/>
      <dgm:t>
        <a:bodyPr/>
        <a:lstStyle/>
        <a:p>
          <a:endParaRPr lang="zh-CN" altLang="en-US"/>
        </a:p>
      </dgm:t>
    </dgm:pt>
    <dgm:pt modelId="{20F3E2E4-954C-3649-951E-8EFF5886B847}">
      <dgm:prSet phldrT="[文本]"/>
      <dgm:spPr/>
      <dgm:t>
        <a:bodyPr/>
        <a:lstStyle/>
        <a:p>
          <a:r>
            <a:rPr lang="en-US" altLang="zh-CN" dirty="0" err="1"/>
            <a:t>d_reason</a:t>
          </a:r>
          <a:endParaRPr lang="zh-CN" altLang="en-US" dirty="0"/>
        </a:p>
      </dgm:t>
    </dgm:pt>
    <dgm:pt modelId="{8F6E6D69-2650-4B46-9365-807A24797EBA}" type="parTrans" cxnId="{CB4C27EF-69AF-074C-89E9-ADA14A5A364E}">
      <dgm:prSet/>
      <dgm:spPr/>
      <dgm:t>
        <a:bodyPr/>
        <a:lstStyle/>
        <a:p>
          <a:endParaRPr lang="zh-CN" altLang="en-US"/>
        </a:p>
      </dgm:t>
    </dgm:pt>
    <dgm:pt modelId="{67A0470A-D37C-344A-AD98-F71CEA4FC974}" type="sibTrans" cxnId="{CB4C27EF-69AF-074C-89E9-ADA14A5A364E}">
      <dgm:prSet/>
      <dgm:spPr/>
      <dgm:t>
        <a:bodyPr/>
        <a:lstStyle/>
        <a:p>
          <a:endParaRPr lang="zh-CN" altLang="en-US"/>
        </a:p>
      </dgm:t>
    </dgm:pt>
    <dgm:pt modelId="{70E7512C-D619-A440-983E-155265B0E4CD}">
      <dgm:prSet phldrT="[文本]"/>
      <dgm:spPr/>
      <dgm:t>
        <a:bodyPr/>
        <a:lstStyle/>
        <a:p>
          <a:r>
            <a:rPr lang="en-US" altLang="zh-CN" dirty="0" err="1"/>
            <a:t>d_date</a:t>
          </a:r>
          <a:endParaRPr lang="zh-CN" altLang="en-US" dirty="0"/>
        </a:p>
      </dgm:t>
    </dgm:pt>
    <dgm:pt modelId="{71E02441-72C1-AC42-BAB2-A650A3C358C3}" type="parTrans" cxnId="{063D41D9-34C5-1940-A15B-13D1A13B8D2A}">
      <dgm:prSet/>
      <dgm:spPr/>
      <dgm:t>
        <a:bodyPr/>
        <a:lstStyle/>
        <a:p>
          <a:endParaRPr lang="zh-CN" altLang="en-US"/>
        </a:p>
      </dgm:t>
    </dgm:pt>
    <dgm:pt modelId="{AE23559C-6817-314F-AFA5-66DB6A6710AF}" type="sibTrans" cxnId="{063D41D9-34C5-1940-A15B-13D1A13B8D2A}">
      <dgm:prSet/>
      <dgm:spPr/>
      <dgm:t>
        <a:bodyPr/>
        <a:lstStyle/>
        <a:p>
          <a:endParaRPr lang="zh-CN" altLang="en-US"/>
        </a:p>
      </dgm:t>
    </dgm:pt>
    <dgm:pt modelId="{A2617985-D9CD-864E-A8B9-7B91D77025FF}">
      <dgm:prSet phldrT="[文本]"/>
      <dgm:spPr/>
      <dgm:t>
        <a:bodyPr/>
        <a:lstStyle/>
        <a:p>
          <a:r>
            <a:rPr lang="en-US" altLang="zh-CN" dirty="0" err="1"/>
            <a:t>a_date</a:t>
          </a:r>
          <a:endParaRPr lang="zh-CN" altLang="en-US" dirty="0"/>
        </a:p>
      </dgm:t>
    </dgm:pt>
    <dgm:pt modelId="{190AE56F-4838-A641-8073-0694D48840E0}" type="parTrans" cxnId="{C3CE4AAA-76C9-514F-A2E9-CDFF1A10368A}">
      <dgm:prSet/>
      <dgm:spPr/>
      <dgm:t>
        <a:bodyPr/>
        <a:lstStyle/>
        <a:p>
          <a:endParaRPr lang="zh-CN" altLang="en-US"/>
        </a:p>
      </dgm:t>
    </dgm:pt>
    <dgm:pt modelId="{6398B29A-7007-7A4E-9CA9-A2E78B1F84D1}" type="sibTrans" cxnId="{C3CE4AAA-76C9-514F-A2E9-CDFF1A10368A}">
      <dgm:prSet/>
      <dgm:spPr/>
      <dgm:t>
        <a:bodyPr/>
        <a:lstStyle/>
        <a:p>
          <a:endParaRPr lang="zh-CN" altLang="en-US"/>
        </a:p>
      </dgm:t>
    </dgm:pt>
    <dgm:pt modelId="{A2241AE1-CCE5-6842-A222-8341355F31AB}">
      <dgm:prSet phldrT="[文本]"/>
      <dgm:spPr/>
      <dgm:t>
        <a:bodyPr/>
        <a:lstStyle/>
        <a:p>
          <a:r>
            <a:rPr lang="en-US" altLang="zh-CN" dirty="0"/>
            <a:t>contact number</a:t>
          </a:r>
          <a:endParaRPr lang="zh-CN" altLang="en-US" dirty="0"/>
        </a:p>
      </dgm:t>
    </dgm:pt>
    <dgm:pt modelId="{629B1E1A-B982-9640-AEE6-1B2EF5001806}" type="parTrans" cxnId="{9A77D335-A6BA-A84A-8B71-1E05542007D9}">
      <dgm:prSet/>
      <dgm:spPr/>
      <dgm:t>
        <a:bodyPr/>
        <a:lstStyle/>
        <a:p>
          <a:endParaRPr lang="zh-CN" altLang="en-US"/>
        </a:p>
      </dgm:t>
    </dgm:pt>
    <dgm:pt modelId="{13D4195E-0ADA-D448-8290-9ED27078D1D0}" type="sibTrans" cxnId="{9A77D335-A6BA-A84A-8B71-1E05542007D9}">
      <dgm:prSet/>
      <dgm:spPr/>
      <dgm:t>
        <a:bodyPr/>
        <a:lstStyle/>
        <a:p>
          <a:endParaRPr lang="zh-CN" altLang="en-US"/>
        </a:p>
      </dgm:t>
    </dgm:pt>
    <dgm:pt modelId="{03598974-268C-8B47-B908-9BE4B14D4547}" type="pres">
      <dgm:prSet presAssocID="{185E6318-FF4D-474D-BCBB-265BCA02689C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B435973E-9458-DF49-81BE-9203ED04CFE3}" type="pres">
      <dgm:prSet presAssocID="{705F9E9D-4084-454B-BB80-9DDCA98CCAC3}" presName="singleCycle" presStyleCnt="0"/>
      <dgm:spPr/>
    </dgm:pt>
    <dgm:pt modelId="{E47FF3A0-439F-B54B-9A95-69B0EA530F2B}" type="pres">
      <dgm:prSet presAssocID="{705F9E9D-4084-454B-BB80-9DDCA98CCAC3}" presName="singleCenter" presStyleLbl="node1" presStyleIdx="0" presStyleCnt="6" custLinFactNeighborX="1097" custLinFactNeighborY="-4894">
        <dgm:presLayoutVars>
          <dgm:chMax val="7"/>
          <dgm:chPref val="7"/>
        </dgm:presLayoutVars>
      </dgm:prSet>
      <dgm:spPr/>
    </dgm:pt>
    <dgm:pt modelId="{B3B85E70-ED73-8E4C-A66F-49C2A7041374}" type="pres">
      <dgm:prSet presAssocID="{DCF0F629-3665-3C4A-8272-F7CED9520509}" presName="Name56" presStyleLbl="parChTrans1D2" presStyleIdx="0" presStyleCnt="5"/>
      <dgm:spPr/>
    </dgm:pt>
    <dgm:pt modelId="{C387E819-A405-B343-9BB4-A824BF35497E}" type="pres">
      <dgm:prSet presAssocID="{430A0139-6DEB-534A-B6D3-937A22B046BE}" presName="text0" presStyleLbl="node1" presStyleIdx="1" presStyleCnt="6" custRadScaleRad="87066" custRadScaleInc="1071">
        <dgm:presLayoutVars>
          <dgm:bulletEnabled val="1"/>
        </dgm:presLayoutVars>
      </dgm:prSet>
      <dgm:spPr>
        <a:prstGeom prst="ellipse">
          <a:avLst/>
        </a:prstGeom>
      </dgm:spPr>
    </dgm:pt>
    <dgm:pt modelId="{547B6186-2376-5447-AE8B-B39E41239AAE}" type="pres">
      <dgm:prSet presAssocID="{8F6E6D69-2650-4B46-9365-807A24797EBA}" presName="Name56" presStyleLbl="parChTrans1D2" presStyleIdx="1" presStyleCnt="5"/>
      <dgm:spPr/>
    </dgm:pt>
    <dgm:pt modelId="{8918B92B-48B1-334D-8BE4-E2D6776786C4}" type="pres">
      <dgm:prSet presAssocID="{20F3E2E4-954C-3649-951E-8EFF5886B847}" presName="text0" presStyleLbl="node1" presStyleIdx="2" presStyleCnt="6" custRadScaleRad="71547" custRadScaleInc="164595">
        <dgm:presLayoutVars>
          <dgm:bulletEnabled val="1"/>
        </dgm:presLayoutVars>
      </dgm:prSet>
      <dgm:spPr>
        <a:prstGeom prst="ellipse">
          <a:avLst/>
        </a:prstGeom>
      </dgm:spPr>
    </dgm:pt>
    <dgm:pt modelId="{E6E21981-BFD7-E441-97CC-65CDE50268D8}" type="pres">
      <dgm:prSet presAssocID="{71E02441-72C1-AC42-BAB2-A650A3C358C3}" presName="Name56" presStyleLbl="parChTrans1D2" presStyleIdx="2" presStyleCnt="5"/>
      <dgm:spPr/>
    </dgm:pt>
    <dgm:pt modelId="{1F76BB08-D7CB-2F43-AFEE-ED95828D4639}" type="pres">
      <dgm:prSet presAssocID="{70E7512C-D619-A440-983E-155265B0E4CD}" presName="text0" presStyleLbl="node1" presStyleIdx="3" presStyleCnt="6" custRadScaleRad="87729" custRadScaleInc="-109534">
        <dgm:presLayoutVars>
          <dgm:bulletEnabled val="1"/>
        </dgm:presLayoutVars>
      </dgm:prSet>
      <dgm:spPr>
        <a:prstGeom prst="ellipse">
          <a:avLst/>
        </a:prstGeom>
      </dgm:spPr>
    </dgm:pt>
    <dgm:pt modelId="{B0D9A561-B3D1-824B-BD02-2F71E4D68931}" type="pres">
      <dgm:prSet presAssocID="{190AE56F-4838-A641-8073-0694D48840E0}" presName="Name56" presStyleLbl="parChTrans1D2" presStyleIdx="3" presStyleCnt="5"/>
      <dgm:spPr/>
    </dgm:pt>
    <dgm:pt modelId="{402A7FCF-3F6F-4A4E-B1F4-04303E1CA4DB}" type="pres">
      <dgm:prSet presAssocID="{A2617985-D9CD-864E-A8B9-7B91D77025FF}" presName="text0" presStyleLbl="node1" presStyleIdx="4" presStyleCnt="6" custRadScaleRad="89057" custRadScaleInc="-388946">
        <dgm:presLayoutVars>
          <dgm:bulletEnabled val="1"/>
        </dgm:presLayoutVars>
      </dgm:prSet>
      <dgm:spPr>
        <a:prstGeom prst="ellipse">
          <a:avLst/>
        </a:prstGeom>
      </dgm:spPr>
    </dgm:pt>
    <dgm:pt modelId="{40E8EEAE-04F4-CF49-A714-3227A2F20052}" type="pres">
      <dgm:prSet presAssocID="{629B1E1A-B982-9640-AEE6-1B2EF5001806}" presName="Name56" presStyleLbl="parChTrans1D2" presStyleIdx="4" presStyleCnt="5"/>
      <dgm:spPr/>
    </dgm:pt>
    <dgm:pt modelId="{DF5D7EDE-C354-8742-A80A-18C2BA482773}" type="pres">
      <dgm:prSet presAssocID="{A2241AE1-CCE5-6842-A222-8341355F31AB}" presName="text0" presStyleLbl="node1" presStyleIdx="5" presStyleCnt="6" custRadScaleRad="99718" custRadScaleInc="340892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2BD59114-D8C4-4144-8C9D-727AEB4B4747}" type="presOf" srcId="{185E6318-FF4D-474D-BCBB-265BCA02689C}" destId="{03598974-268C-8B47-B908-9BE4B14D4547}" srcOrd="0" destOrd="0" presId="urn:microsoft.com/office/officeart/2008/layout/RadialCluster"/>
    <dgm:cxn modelId="{AC8A1735-BFDB-424F-B1B0-9A48ED23F853}" type="presOf" srcId="{190AE56F-4838-A641-8073-0694D48840E0}" destId="{B0D9A561-B3D1-824B-BD02-2F71E4D68931}" srcOrd="0" destOrd="0" presId="urn:microsoft.com/office/officeart/2008/layout/RadialCluster"/>
    <dgm:cxn modelId="{9A77D335-A6BA-A84A-8B71-1E05542007D9}" srcId="{705F9E9D-4084-454B-BB80-9DDCA98CCAC3}" destId="{A2241AE1-CCE5-6842-A222-8341355F31AB}" srcOrd="4" destOrd="0" parTransId="{629B1E1A-B982-9640-AEE6-1B2EF5001806}" sibTransId="{13D4195E-0ADA-D448-8290-9ED27078D1D0}"/>
    <dgm:cxn modelId="{4B220E3A-762F-3140-BD3F-C0EC6A74981D}" type="presOf" srcId="{629B1E1A-B982-9640-AEE6-1B2EF5001806}" destId="{40E8EEAE-04F4-CF49-A714-3227A2F20052}" srcOrd="0" destOrd="0" presId="urn:microsoft.com/office/officeart/2008/layout/RadialCluster"/>
    <dgm:cxn modelId="{C43DB440-02D5-EB4F-9CFB-F77E28B79E6A}" type="presOf" srcId="{DCF0F629-3665-3C4A-8272-F7CED9520509}" destId="{B3B85E70-ED73-8E4C-A66F-49C2A7041374}" srcOrd="0" destOrd="0" presId="urn:microsoft.com/office/officeart/2008/layout/RadialCluster"/>
    <dgm:cxn modelId="{78903A4B-EDF0-8A41-82BF-7B43A0FA0331}" type="presOf" srcId="{A2241AE1-CCE5-6842-A222-8341355F31AB}" destId="{DF5D7EDE-C354-8742-A80A-18C2BA482773}" srcOrd="0" destOrd="0" presId="urn:microsoft.com/office/officeart/2008/layout/RadialCluster"/>
    <dgm:cxn modelId="{BED3CC4D-CAE7-9A4C-97FE-8BA10F054D3C}" type="presOf" srcId="{430A0139-6DEB-534A-B6D3-937A22B046BE}" destId="{C387E819-A405-B343-9BB4-A824BF35497E}" srcOrd="0" destOrd="0" presId="urn:microsoft.com/office/officeart/2008/layout/RadialCluster"/>
    <dgm:cxn modelId="{D8E95A6F-C15C-1C4B-9072-26913E9FACE6}" type="presOf" srcId="{71E02441-72C1-AC42-BAB2-A650A3C358C3}" destId="{E6E21981-BFD7-E441-97CC-65CDE50268D8}" srcOrd="0" destOrd="0" presId="urn:microsoft.com/office/officeart/2008/layout/RadialCluster"/>
    <dgm:cxn modelId="{A7467571-1D36-024E-B111-C2E55CFA5DAB}" type="presOf" srcId="{A2617985-D9CD-864E-A8B9-7B91D77025FF}" destId="{402A7FCF-3F6F-4A4E-B1F4-04303E1CA4DB}" srcOrd="0" destOrd="0" presId="urn:microsoft.com/office/officeart/2008/layout/RadialCluster"/>
    <dgm:cxn modelId="{984FD6A3-312C-A345-BA4D-F798F4907813}" srcId="{185E6318-FF4D-474D-BCBB-265BCA02689C}" destId="{705F9E9D-4084-454B-BB80-9DDCA98CCAC3}" srcOrd="0" destOrd="0" parTransId="{91005664-375F-324D-B894-7312ED53A37E}" sibTransId="{D549E066-47B8-3045-BB5C-7CDEC4D43F02}"/>
    <dgm:cxn modelId="{D45B56A9-FA7E-EB4A-BBE7-72C8F0DEA93B}" type="presOf" srcId="{70E7512C-D619-A440-983E-155265B0E4CD}" destId="{1F76BB08-D7CB-2F43-AFEE-ED95828D4639}" srcOrd="0" destOrd="0" presId="urn:microsoft.com/office/officeart/2008/layout/RadialCluster"/>
    <dgm:cxn modelId="{C3CE4AAA-76C9-514F-A2E9-CDFF1A10368A}" srcId="{705F9E9D-4084-454B-BB80-9DDCA98CCAC3}" destId="{A2617985-D9CD-864E-A8B9-7B91D77025FF}" srcOrd="3" destOrd="0" parTransId="{190AE56F-4838-A641-8073-0694D48840E0}" sibTransId="{6398B29A-7007-7A4E-9CA9-A2E78B1F84D1}"/>
    <dgm:cxn modelId="{613C7AC2-A849-5447-BE45-9B3B8F3B8A13}" srcId="{705F9E9D-4084-454B-BB80-9DDCA98CCAC3}" destId="{430A0139-6DEB-534A-B6D3-937A22B046BE}" srcOrd="0" destOrd="0" parTransId="{DCF0F629-3665-3C4A-8272-F7CED9520509}" sibTransId="{622D418F-A1B6-6A44-8413-96E2311ABD2B}"/>
    <dgm:cxn modelId="{063D41D9-34C5-1940-A15B-13D1A13B8D2A}" srcId="{705F9E9D-4084-454B-BB80-9DDCA98CCAC3}" destId="{70E7512C-D619-A440-983E-155265B0E4CD}" srcOrd="2" destOrd="0" parTransId="{71E02441-72C1-AC42-BAB2-A650A3C358C3}" sibTransId="{AE23559C-6817-314F-AFA5-66DB6A6710AF}"/>
    <dgm:cxn modelId="{CB4C27EF-69AF-074C-89E9-ADA14A5A364E}" srcId="{705F9E9D-4084-454B-BB80-9DDCA98CCAC3}" destId="{20F3E2E4-954C-3649-951E-8EFF5886B847}" srcOrd="1" destOrd="0" parTransId="{8F6E6D69-2650-4B46-9365-807A24797EBA}" sibTransId="{67A0470A-D37C-344A-AD98-F71CEA4FC974}"/>
    <dgm:cxn modelId="{81C5C0F2-5B3F-BE4C-8EBB-A64B765CBE7C}" type="presOf" srcId="{705F9E9D-4084-454B-BB80-9DDCA98CCAC3}" destId="{E47FF3A0-439F-B54B-9A95-69B0EA530F2B}" srcOrd="0" destOrd="0" presId="urn:microsoft.com/office/officeart/2008/layout/RadialCluster"/>
    <dgm:cxn modelId="{CDA232F7-E96A-5F4F-A426-79743421677A}" type="presOf" srcId="{8F6E6D69-2650-4B46-9365-807A24797EBA}" destId="{547B6186-2376-5447-AE8B-B39E41239AAE}" srcOrd="0" destOrd="0" presId="urn:microsoft.com/office/officeart/2008/layout/RadialCluster"/>
    <dgm:cxn modelId="{838144F7-AAE0-7B45-91E1-9F195DDC6149}" type="presOf" srcId="{20F3E2E4-954C-3649-951E-8EFF5886B847}" destId="{8918B92B-48B1-334D-8BE4-E2D6776786C4}" srcOrd="0" destOrd="0" presId="urn:microsoft.com/office/officeart/2008/layout/RadialCluster"/>
    <dgm:cxn modelId="{D82B415D-C1F8-9649-84F4-82A309CC6F60}" type="presParOf" srcId="{03598974-268C-8B47-B908-9BE4B14D4547}" destId="{B435973E-9458-DF49-81BE-9203ED04CFE3}" srcOrd="0" destOrd="0" presId="urn:microsoft.com/office/officeart/2008/layout/RadialCluster"/>
    <dgm:cxn modelId="{397A7A3B-3EE9-D34A-A736-B06F265175E0}" type="presParOf" srcId="{B435973E-9458-DF49-81BE-9203ED04CFE3}" destId="{E47FF3A0-439F-B54B-9A95-69B0EA530F2B}" srcOrd="0" destOrd="0" presId="urn:microsoft.com/office/officeart/2008/layout/RadialCluster"/>
    <dgm:cxn modelId="{DC2610D0-BB82-2040-9D40-561C2728999B}" type="presParOf" srcId="{B435973E-9458-DF49-81BE-9203ED04CFE3}" destId="{B3B85E70-ED73-8E4C-A66F-49C2A7041374}" srcOrd="1" destOrd="0" presId="urn:microsoft.com/office/officeart/2008/layout/RadialCluster"/>
    <dgm:cxn modelId="{79FEFA09-2C3F-FF45-A39F-38DEBED46B84}" type="presParOf" srcId="{B435973E-9458-DF49-81BE-9203ED04CFE3}" destId="{C387E819-A405-B343-9BB4-A824BF35497E}" srcOrd="2" destOrd="0" presId="urn:microsoft.com/office/officeart/2008/layout/RadialCluster"/>
    <dgm:cxn modelId="{2135D794-8557-C742-8C24-13F534A3BA51}" type="presParOf" srcId="{B435973E-9458-DF49-81BE-9203ED04CFE3}" destId="{547B6186-2376-5447-AE8B-B39E41239AAE}" srcOrd="3" destOrd="0" presId="urn:microsoft.com/office/officeart/2008/layout/RadialCluster"/>
    <dgm:cxn modelId="{2F543276-338B-0F47-B6DF-A3DEC0A8A37C}" type="presParOf" srcId="{B435973E-9458-DF49-81BE-9203ED04CFE3}" destId="{8918B92B-48B1-334D-8BE4-E2D6776786C4}" srcOrd="4" destOrd="0" presId="urn:microsoft.com/office/officeart/2008/layout/RadialCluster"/>
    <dgm:cxn modelId="{9B241FB3-A7E9-714F-9ECD-06CB244467AE}" type="presParOf" srcId="{B435973E-9458-DF49-81BE-9203ED04CFE3}" destId="{E6E21981-BFD7-E441-97CC-65CDE50268D8}" srcOrd="5" destOrd="0" presId="urn:microsoft.com/office/officeart/2008/layout/RadialCluster"/>
    <dgm:cxn modelId="{244CCADC-224B-C948-8A49-E55F581C41B8}" type="presParOf" srcId="{B435973E-9458-DF49-81BE-9203ED04CFE3}" destId="{1F76BB08-D7CB-2F43-AFEE-ED95828D4639}" srcOrd="6" destOrd="0" presId="urn:microsoft.com/office/officeart/2008/layout/RadialCluster"/>
    <dgm:cxn modelId="{80FF8E3E-721B-D443-9ECF-2C4A8DB38C10}" type="presParOf" srcId="{B435973E-9458-DF49-81BE-9203ED04CFE3}" destId="{B0D9A561-B3D1-824B-BD02-2F71E4D68931}" srcOrd="7" destOrd="0" presId="urn:microsoft.com/office/officeart/2008/layout/RadialCluster"/>
    <dgm:cxn modelId="{0BCE36C7-F17D-B543-BE06-AF8493F5FB96}" type="presParOf" srcId="{B435973E-9458-DF49-81BE-9203ED04CFE3}" destId="{402A7FCF-3F6F-4A4E-B1F4-04303E1CA4DB}" srcOrd="8" destOrd="0" presId="urn:microsoft.com/office/officeart/2008/layout/RadialCluster"/>
    <dgm:cxn modelId="{5A3E0731-FE1F-F145-AC8E-4BD633A62B28}" type="presParOf" srcId="{B435973E-9458-DF49-81BE-9203ED04CFE3}" destId="{40E8EEAE-04F4-CF49-A714-3227A2F20052}" srcOrd="9" destOrd="0" presId="urn:microsoft.com/office/officeart/2008/layout/RadialCluster"/>
    <dgm:cxn modelId="{BF8F017F-8920-8E4E-9A45-25A953995177}" type="presParOf" srcId="{B435973E-9458-DF49-81BE-9203ED04CFE3}" destId="{DF5D7EDE-C354-8742-A80A-18C2BA482773}" srcOrd="10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85E6318-FF4D-474D-BCBB-265BCA02689C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05F9E9D-4084-454B-BB80-9DDCA98CCAC3}">
      <dgm:prSet phldrT="[文本]"/>
      <dgm:spPr/>
      <dgm:t>
        <a:bodyPr/>
        <a:lstStyle/>
        <a:p>
          <a:r>
            <a:rPr lang="en-US" altLang="zh-CN" dirty="0"/>
            <a:t>exam</a:t>
          </a:r>
          <a:endParaRPr lang="zh-CN" altLang="en-US" dirty="0"/>
        </a:p>
      </dgm:t>
    </dgm:pt>
    <dgm:pt modelId="{91005664-375F-324D-B894-7312ED53A37E}" type="parTrans" cxnId="{984FD6A3-312C-A345-BA4D-F798F4907813}">
      <dgm:prSet/>
      <dgm:spPr/>
      <dgm:t>
        <a:bodyPr/>
        <a:lstStyle/>
        <a:p>
          <a:endParaRPr lang="zh-CN" altLang="en-US"/>
        </a:p>
      </dgm:t>
    </dgm:pt>
    <dgm:pt modelId="{D549E066-47B8-3045-BB5C-7CDEC4D43F02}" type="sibTrans" cxnId="{984FD6A3-312C-A345-BA4D-F798F4907813}">
      <dgm:prSet/>
      <dgm:spPr/>
      <dgm:t>
        <a:bodyPr/>
        <a:lstStyle/>
        <a:p>
          <a:endParaRPr lang="zh-CN" altLang="en-US"/>
        </a:p>
      </dgm:t>
    </dgm:pt>
    <dgm:pt modelId="{430A0139-6DEB-534A-B6D3-937A22B046BE}">
      <dgm:prSet phldrT="[文本]"/>
      <dgm:spPr/>
      <dgm:t>
        <a:bodyPr/>
        <a:lstStyle/>
        <a:p>
          <a:r>
            <a:rPr lang="en-US" altLang="zh-CN" u="sng" dirty="0"/>
            <a:t>id</a:t>
          </a:r>
          <a:endParaRPr lang="zh-CN" altLang="en-US" u="sng" dirty="0"/>
        </a:p>
      </dgm:t>
    </dgm:pt>
    <dgm:pt modelId="{DCF0F629-3665-3C4A-8272-F7CED9520509}" type="parTrans" cxnId="{613C7AC2-A849-5447-BE45-9B3B8F3B8A13}">
      <dgm:prSet/>
      <dgm:spPr/>
      <dgm:t>
        <a:bodyPr/>
        <a:lstStyle/>
        <a:p>
          <a:endParaRPr lang="zh-CN" altLang="en-US"/>
        </a:p>
      </dgm:t>
    </dgm:pt>
    <dgm:pt modelId="{622D418F-A1B6-6A44-8413-96E2311ABD2B}" type="sibTrans" cxnId="{613C7AC2-A849-5447-BE45-9B3B8F3B8A13}">
      <dgm:prSet/>
      <dgm:spPr/>
      <dgm:t>
        <a:bodyPr/>
        <a:lstStyle/>
        <a:p>
          <a:endParaRPr lang="zh-CN" altLang="en-US"/>
        </a:p>
      </dgm:t>
    </dgm:pt>
    <dgm:pt modelId="{70E7512C-D619-A440-983E-155265B0E4CD}">
      <dgm:prSet phldrT="[文本]"/>
      <dgm:spPr/>
      <dgm:t>
        <a:bodyPr/>
        <a:lstStyle/>
        <a:p>
          <a:r>
            <a:rPr lang="en-US" altLang="zh-CN" dirty="0"/>
            <a:t>time</a:t>
          </a:r>
          <a:endParaRPr lang="zh-CN" altLang="en-US" dirty="0"/>
        </a:p>
      </dgm:t>
    </dgm:pt>
    <dgm:pt modelId="{71E02441-72C1-AC42-BAB2-A650A3C358C3}" type="parTrans" cxnId="{063D41D9-34C5-1940-A15B-13D1A13B8D2A}">
      <dgm:prSet/>
      <dgm:spPr/>
      <dgm:t>
        <a:bodyPr/>
        <a:lstStyle/>
        <a:p>
          <a:endParaRPr lang="zh-CN" altLang="en-US"/>
        </a:p>
      </dgm:t>
    </dgm:pt>
    <dgm:pt modelId="{AE23559C-6817-314F-AFA5-66DB6A6710AF}" type="sibTrans" cxnId="{063D41D9-34C5-1940-A15B-13D1A13B8D2A}">
      <dgm:prSet/>
      <dgm:spPr/>
      <dgm:t>
        <a:bodyPr/>
        <a:lstStyle/>
        <a:p>
          <a:endParaRPr lang="zh-CN" altLang="en-US"/>
        </a:p>
      </dgm:t>
    </dgm:pt>
    <dgm:pt modelId="{A2617985-D9CD-864E-A8B9-7B91D77025FF}">
      <dgm:prSet phldrT="[文本]"/>
      <dgm:spPr/>
      <dgm:t>
        <a:bodyPr/>
        <a:lstStyle/>
        <a:p>
          <a:r>
            <a:rPr lang="en-US" altLang="zh-CN" dirty="0"/>
            <a:t>date</a:t>
          </a:r>
          <a:endParaRPr lang="zh-CN" altLang="en-US" dirty="0"/>
        </a:p>
      </dgm:t>
    </dgm:pt>
    <dgm:pt modelId="{190AE56F-4838-A641-8073-0694D48840E0}" type="parTrans" cxnId="{C3CE4AAA-76C9-514F-A2E9-CDFF1A10368A}">
      <dgm:prSet/>
      <dgm:spPr/>
      <dgm:t>
        <a:bodyPr/>
        <a:lstStyle/>
        <a:p>
          <a:endParaRPr lang="zh-CN" altLang="en-US"/>
        </a:p>
      </dgm:t>
    </dgm:pt>
    <dgm:pt modelId="{6398B29A-7007-7A4E-9CA9-A2E78B1F84D1}" type="sibTrans" cxnId="{C3CE4AAA-76C9-514F-A2E9-CDFF1A10368A}">
      <dgm:prSet/>
      <dgm:spPr/>
      <dgm:t>
        <a:bodyPr/>
        <a:lstStyle/>
        <a:p>
          <a:endParaRPr lang="zh-CN" altLang="en-US"/>
        </a:p>
      </dgm:t>
    </dgm:pt>
    <dgm:pt modelId="{03598974-268C-8B47-B908-9BE4B14D4547}" type="pres">
      <dgm:prSet presAssocID="{185E6318-FF4D-474D-BCBB-265BCA02689C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B435973E-9458-DF49-81BE-9203ED04CFE3}" type="pres">
      <dgm:prSet presAssocID="{705F9E9D-4084-454B-BB80-9DDCA98CCAC3}" presName="singleCycle" presStyleCnt="0"/>
      <dgm:spPr/>
    </dgm:pt>
    <dgm:pt modelId="{E47FF3A0-439F-B54B-9A95-69B0EA530F2B}" type="pres">
      <dgm:prSet presAssocID="{705F9E9D-4084-454B-BB80-9DDCA98CCAC3}" presName="singleCenter" presStyleLbl="node1" presStyleIdx="0" presStyleCnt="4" custLinFactNeighborX="42" custLinFactNeighborY="-34106">
        <dgm:presLayoutVars>
          <dgm:chMax val="7"/>
          <dgm:chPref val="7"/>
        </dgm:presLayoutVars>
      </dgm:prSet>
      <dgm:spPr/>
    </dgm:pt>
    <dgm:pt modelId="{B3B85E70-ED73-8E4C-A66F-49C2A7041374}" type="pres">
      <dgm:prSet presAssocID="{DCF0F629-3665-3C4A-8272-F7CED9520509}" presName="Name56" presStyleLbl="parChTrans1D2" presStyleIdx="0" presStyleCnt="3"/>
      <dgm:spPr/>
    </dgm:pt>
    <dgm:pt modelId="{C387E819-A405-B343-9BB4-A824BF35497E}" type="pres">
      <dgm:prSet presAssocID="{430A0139-6DEB-534A-B6D3-937A22B046BE}" presName="text0" presStyleLbl="node1" presStyleIdx="1" presStyleCnt="4" custRadScaleRad="133748" custRadScaleInc="-70284">
        <dgm:presLayoutVars>
          <dgm:bulletEnabled val="1"/>
        </dgm:presLayoutVars>
      </dgm:prSet>
      <dgm:spPr>
        <a:prstGeom prst="ellipse">
          <a:avLst/>
        </a:prstGeom>
      </dgm:spPr>
    </dgm:pt>
    <dgm:pt modelId="{9C755ADB-C9A2-3B4D-8F18-B9320DA389FA}" type="pres">
      <dgm:prSet presAssocID="{71E02441-72C1-AC42-BAB2-A650A3C358C3}" presName="Name56" presStyleLbl="parChTrans1D2" presStyleIdx="1" presStyleCnt="3"/>
      <dgm:spPr/>
    </dgm:pt>
    <dgm:pt modelId="{01D021E9-C4A8-F545-A59D-1D3F104D698B}" type="pres">
      <dgm:prSet presAssocID="{70E7512C-D619-A440-983E-155265B0E4CD}" presName="text0" presStyleLbl="node1" presStyleIdx="2" presStyleCnt="4" custRadScaleRad="87847" custRadScaleInc="283369">
        <dgm:presLayoutVars>
          <dgm:bulletEnabled val="1"/>
        </dgm:presLayoutVars>
      </dgm:prSet>
      <dgm:spPr>
        <a:prstGeom prst="ellipse">
          <a:avLst/>
        </a:prstGeom>
      </dgm:spPr>
    </dgm:pt>
    <dgm:pt modelId="{C5F70AF2-F099-6540-ADAF-E7B294B0DBC6}" type="pres">
      <dgm:prSet presAssocID="{190AE56F-4838-A641-8073-0694D48840E0}" presName="Name56" presStyleLbl="parChTrans1D2" presStyleIdx="2" presStyleCnt="3"/>
      <dgm:spPr/>
    </dgm:pt>
    <dgm:pt modelId="{67B10AA3-D91B-FF43-AEFB-727C2004AE99}" type="pres">
      <dgm:prSet presAssocID="{A2617985-D9CD-864E-A8B9-7B91D77025FF}" presName="text0" presStyleLbl="node1" presStyleIdx="3" presStyleCnt="4" custRadScaleRad="114774" custRadScaleInc="111841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94D80005-6614-EA41-9714-7FCECDDC27EB}" type="presOf" srcId="{A2617985-D9CD-864E-A8B9-7B91D77025FF}" destId="{67B10AA3-D91B-FF43-AEFB-727C2004AE99}" srcOrd="0" destOrd="0" presId="urn:microsoft.com/office/officeart/2008/layout/RadialCluster"/>
    <dgm:cxn modelId="{2BD59114-D8C4-4144-8C9D-727AEB4B4747}" type="presOf" srcId="{185E6318-FF4D-474D-BCBB-265BCA02689C}" destId="{03598974-268C-8B47-B908-9BE4B14D4547}" srcOrd="0" destOrd="0" presId="urn:microsoft.com/office/officeart/2008/layout/RadialCluster"/>
    <dgm:cxn modelId="{E1F78B28-7ABE-AD4B-A5BD-BB90F9CA55A6}" type="presOf" srcId="{70E7512C-D619-A440-983E-155265B0E4CD}" destId="{01D021E9-C4A8-F545-A59D-1D3F104D698B}" srcOrd="0" destOrd="0" presId="urn:microsoft.com/office/officeart/2008/layout/RadialCluster"/>
    <dgm:cxn modelId="{C43DB440-02D5-EB4F-9CFB-F77E28B79E6A}" type="presOf" srcId="{DCF0F629-3665-3C4A-8272-F7CED9520509}" destId="{B3B85E70-ED73-8E4C-A66F-49C2A7041374}" srcOrd="0" destOrd="0" presId="urn:microsoft.com/office/officeart/2008/layout/RadialCluster"/>
    <dgm:cxn modelId="{BED3CC4D-CAE7-9A4C-97FE-8BA10F054D3C}" type="presOf" srcId="{430A0139-6DEB-534A-B6D3-937A22B046BE}" destId="{C387E819-A405-B343-9BB4-A824BF35497E}" srcOrd="0" destOrd="0" presId="urn:microsoft.com/office/officeart/2008/layout/RadialCluster"/>
    <dgm:cxn modelId="{E4053D61-413C-F743-B726-0AAC525DBBEE}" type="presOf" srcId="{190AE56F-4838-A641-8073-0694D48840E0}" destId="{C5F70AF2-F099-6540-ADAF-E7B294B0DBC6}" srcOrd="0" destOrd="0" presId="urn:microsoft.com/office/officeart/2008/layout/RadialCluster"/>
    <dgm:cxn modelId="{E4B2B19B-1926-9B46-B20D-6AE03AA06822}" type="presOf" srcId="{71E02441-72C1-AC42-BAB2-A650A3C358C3}" destId="{9C755ADB-C9A2-3B4D-8F18-B9320DA389FA}" srcOrd="0" destOrd="0" presId="urn:microsoft.com/office/officeart/2008/layout/RadialCluster"/>
    <dgm:cxn modelId="{984FD6A3-312C-A345-BA4D-F798F4907813}" srcId="{185E6318-FF4D-474D-BCBB-265BCA02689C}" destId="{705F9E9D-4084-454B-BB80-9DDCA98CCAC3}" srcOrd="0" destOrd="0" parTransId="{91005664-375F-324D-B894-7312ED53A37E}" sibTransId="{D549E066-47B8-3045-BB5C-7CDEC4D43F02}"/>
    <dgm:cxn modelId="{C3CE4AAA-76C9-514F-A2E9-CDFF1A10368A}" srcId="{705F9E9D-4084-454B-BB80-9DDCA98CCAC3}" destId="{A2617985-D9CD-864E-A8B9-7B91D77025FF}" srcOrd="2" destOrd="0" parTransId="{190AE56F-4838-A641-8073-0694D48840E0}" sibTransId="{6398B29A-7007-7A4E-9CA9-A2E78B1F84D1}"/>
    <dgm:cxn modelId="{613C7AC2-A849-5447-BE45-9B3B8F3B8A13}" srcId="{705F9E9D-4084-454B-BB80-9DDCA98CCAC3}" destId="{430A0139-6DEB-534A-B6D3-937A22B046BE}" srcOrd="0" destOrd="0" parTransId="{DCF0F629-3665-3C4A-8272-F7CED9520509}" sibTransId="{622D418F-A1B6-6A44-8413-96E2311ABD2B}"/>
    <dgm:cxn modelId="{063D41D9-34C5-1940-A15B-13D1A13B8D2A}" srcId="{705F9E9D-4084-454B-BB80-9DDCA98CCAC3}" destId="{70E7512C-D619-A440-983E-155265B0E4CD}" srcOrd="1" destOrd="0" parTransId="{71E02441-72C1-AC42-BAB2-A650A3C358C3}" sibTransId="{AE23559C-6817-314F-AFA5-66DB6A6710AF}"/>
    <dgm:cxn modelId="{81C5C0F2-5B3F-BE4C-8EBB-A64B765CBE7C}" type="presOf" srcId="{705F9E9D-4084-454B-BB80-9DDCA98CCAC3}" destId="{E47FF3A0-439F-B54B-9A95-69B0EA530F2B}" srcOrd="0" destOrd="0" presId="urn:microsoft.com/office/officeart/2008/layout/RadialCluster"/>
    <dgm:cxn modelId="{D82B415D-C1F8-9649-84F4-82A309CC6F60}" type="presParOf" srcId="{03598974-268C-8B47-B908-9BE4B14D4547}" destId="{B435973E-9458-DF49-81BE-9203ED04CFE3}" srcOrd="0" destOrd="0" presId="urn:microsoft.com/office/officeart/2008/layout/RadialCluster"/>
    <dgm:cxn modelId="{397A7A3B-3EE9-D34A-A736-B06F265175E0}" type="presParOf" srcId="{B435973E-9458-DF49-81BE-9203ED04CFE3}" destId="{E47FF3A0-439F-B54B-9A95-69B0EA530F2B}" srcOrd="0" destOrd="0" presId="urn:microsoft.com/office/officeart/2008/layout/RadialCluster"/>
    <dgm:cxn modelId="{DC2610D0-BB82-2040-9D40-561C2728999B}" type="presParOf" srcId="{B435973E-9458-DF49-81BE-9203ED04CFE3}" destId="{B3B85E70-ED73-8E4C-A66F-49C2A7041374}" srcOrd="1" destOrd="0" presId="urn:microsoft.com/office/officeart/2008/layout/RadialCluster"/>
    <dgm:cxn modelId="{79FEFA09-2C3F-FF45-A39F-38DEBED46B84}" type="presParOf" srcId="{B435973E-9458-DF49-81BE-9203ED04CFE3}" destId="{C387E819-A405-B343-9BB4-A824BF35497E}" srcOrd="2" destOrd="0" presId="urn:microsoft.com/office/officeart/2008/layout/RadialCluster"/>
    <dgm:cxn modelId="{4F436719-4A0A-1047-8097-2D9D2A18E66E}" type="presParOf" srcId="{B435973E-9458-DF49-81BE-9203ED04CFE3}" destId="{9C755ADB-C9A2-3B4D-8F18-B9320DA389FA}" srcOrd="3" destOrd="0" presId="urn:microsoft.com/office/officeart/2008/layout/RadialCluster"/>
    <dgm:cxn modelId="{DF739A27-0DD9-AD4C-A549-2DD575E6B65E}" type="presParOf" srcId="{B435973E-9458-DF49-81BE-9203ED04CFE3}" destId="{01D021E9-C4A8-F545-A59D-1D3F104D698B}" srcOrd="4" destOrd="0" presId="urn:microsoft.com/office/officeart/2008/layout/RadialCluster"/>
    <dgm:cxn modelId="{EDAA9BD6-737D-1C43-8647-56110680D4EC}" type="presParOf" srcId="{B435973E-9458-DF49-81BE-9203ED04CFE3}" destId="{C5F70AF2-F099-6540-ADAF-E7B294B0DBC6}" srcOrd="5" destOrd="0" presId="urn:microsoft.com/office/officeart/2008/layout/RadialCluster"/>
    <dgm:cxn modelId="{A5694CDB-01B7-5C4E-9CA9-81C0693E2A1A}" type="presParOf" srcId="{B435973E-9458-DF49-81BE-9203ED04CFE3}" destId="{67B10AA3-D91B-FF43-AEFB-727C2004AE99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85E6318-FF4D-474D-BCBB-265BCA02689C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05F9E9D-4084-454B-BB80-9DDCA98CCAC3}">
      <dgm:prSet phldrT="[文本]"/>
      <dgm:spPr/>
      <dgm:t>
        <a:bodyPr/>
        <a:lstStyle/>
        <a:p>
          <a:r>
            <a:rPr lang="en-US" altLang="zh-CN" dirty="0"/>
            <a:t>component</a:t>
          </a:r>
          <a:endParaRPr lang="zh-CN" altLang="en-US" dirty="0"/>
        </a:p>
      </dgm:t>
    </dgm:pt>
    <dgm:pt modelId="{91005664-375F-324D-B894-7312ED53A37E}" type="parTrans" cxnId="{984FD6A3-312C-A345-BA4D-F798F4907813}">
      <dgm:prSet/>
      <dgm:spPr/>
      <dgm:t>
        <a:bodyPr/>
        <a:lstStyle/>
        <a:p>
          <a:endParaRPr lang="zh-CN" altLang="en-US"/>
        </a:p>
      </dgm:t>
    </dgm:pt>
    <dgm:pt modelId="{D549E066-47B8-3045-BB5C-7CDEC4D43F02}" type="sibTrans" cxnId="{984FD6A3-312C-A345-BA4D-F798F4907813}">
      <dgm:prSet/>
      <dgm:spPr/>
      <dgm:t>
        <a:bodyPr/>
        <a:lstStyle/>
        <a:p>
          <a:endParaRPr lang="zh-CN" altLang="en-US"/>
        </a:p>
      </dgm:t>
    </dgm:pt>
    <dgm:pt modelId="{430A0139-6DEB-534A-B6D3-937A22B046BE}">
      <dgm:prSet phldrT="[文本]"/>
      <dgm:spPr/>
      <dgm:t>
        <a:bodyPr/>
        <a:lstStyle/>
        <a:p>
          <a:r>
            <a:rPr lang="en-US" altLang="zh-CN" u="sng" dirty="0"/>
            <a:t>SIN</a:t>
          </a:r>
          <a:endParaRPr lang="zh-CN" altLang="en-US" u="sng" dirty="0"/>
        </a:p>
      </dgm:t>
    </dgm:pt>
    <dgm:pt modelId="{DCF0F629-3665-3C4A-8272-F7CED9520509}" type="parTrans" cxnId="{613C7AC2-A849-5447-BE45-9B3B8F3B8A13}">
      <dgm:prSet/>
      <dgm:spPr/>
      <dgm:t>
        <a:bodyPr/>
        <a:lstStyle/>
        <a:p>
          <a:endParaRPr lang="zh-CN" altLang="en-US"/>
        </a:p>
      </dgm:t>
    </dgm:pt>
    <dgm:pt modelId="{622D418F-A1B6-6A44-8413-96E2311ABD2B}" type="sibTrans" cxnId="{613C7AC2-A849-5447-BE45-9B3B8F3B8A13}">
      <dgm:prSet/>
      <dgm:spPr/>
      <dgm:t>
        <a:bodyPr/>
        <a:lstStyle/>
        <a:p>
          <a:endParaRPr lang="zh-CN" altLang="en-US"/>
        </a:p>
      </dgm:t>
    </dgm:pt>
    <dgm:pt modelId="{70E7512C-D619-A440-983E-155265B0E4CD}">
      <dgm:prSet phldrT="[文本]"/>
      <dgm:spPr/>
      <dgm:t>
        <a:bodyPr/>
        <a:lstStyle/>
        <a:p>
          <a:r>
            <a:rPr lang="en-US" altLang="zh-CN" u="sng" dirty="0"/>
            <a:t>id</a:t>
          </a:r>
          <a:endParaRPr lang="zh-CN" altLang="en-US" u="sng" dirty="0"/>
        </a:p>
      </dgm:t>
    </dgm:pt>
    <dgm:pt modelId="{71E02441-72C1-AC42-BAB2-A650A3C358C3}" type="parTrans" cxnId="{063D41D9-34C5-1940-A15B-13D1A13B8D2A}">
      <dgm:prSet/>
      <dgm:spPr/>
      <dgm:t>
        <a:bodyPr/>
        <a:lstStyle/>
        <a:p>
          <a:endParaRPr lang="zh-CN" altLang="en-US"/>
        </a:p>
      </dgm:t>
    </dgm:pt>
    <dgm:pt modelId="{AE23559C-6817-314F-AFA5-66DB6A6710AF}" type="sibTrans" cxnId="{063D41D9-34C5-1940-A15B-13D1A13B8D2A}">
      <dgm:prSet/>
      <dgm:spPr/>
      <dgm:t>
        <a:bodyPr/>
        <a:lstStyle/>
        <a:p>
          <a:endParaRPr lang="zh-CN" altLang="en-US"/>
        </a:p>
      </dgm:t>
    </dgm:pt>
    <dgm:pt modelId="{A2617985-D9CD-864E-A8B9-7B91D77025FF}">
      <dgm:prSet phldrT="[文本]"/>
      <dgm:spPr/>
      <dgm:t>
        <a:bodyPr/>
        <a:lstStyle/>
        <a:p>
          <a:r>
            <a:rPr lang="en-US" altLang="zh-CN" dirty="0"/>
            <a:t>dosage</a:t>
          </a:r>
          <a:endParaRPr lang="zh-CN" altLang="en-US" dirty="0"/>
        </a:p>
      </dgm:t>
    </dgm:pt>
    <dgm:pt modelId="{190AE56F-4838-A641-8073-0694D48840E0}" type="parTrans" cxnId="{C3CE4AAA-76C9-514F-A2E9-CDFF1A10368A}">
      <dgm:prSet/>
      <dgm:spPr/>
      <dgm:t>
        <a:bodyPr/>
        <a:lstStyle/>
        <a:p>
          <a:endParaRPr lang="zh-CN" altLang="en-US"/>
        </a:p>
      </dgm:t>
    </dgm:pt>
    <dgm:pt modelId="{6398B29A-7007-7A4E-9CA9-A2E78B1F84D1}" type="sibTrans" cxnId="{C3CE4AAA-76C9-514F-A2E9-CDFF1A10368A}">
      <dgm:prSet/>
      <dgm:spPr/>
      <dgm:t>
        <a:bodyPr/>
        <a:lstStyle/>
        <a:p>
          <a:endParaRPr lang="zh-CN" altLang="en-US"/>
        </a:p>
      </dgm:t>
    </dgm:pt>
    <dgm:pt modelId="{03598974-268C-8B47-B908-9BE4B14D4547}" type="pres">
      <dgm:prSet presAssocID="{185E6318-FF4D-474D-BCBB-265BCA02689C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B435973E-9458-DF49-81BE-9203ED04CFE3}" type="pres">
      <dgm:prSet presAssocID="{705F9E9D-4084-454B-BB80-9DDCA98CCAC3}" presName="singleCycle" presStyleCnt="0"/>
      <dgm:spPr/>
    </dgm:pt>
    <dgm:pt modelId="{E47FF3A0-439F-B54B-9A95-69B0EA530F2B}" type="pres">
      <dgm:prSet presAssocID="{705F9E9D-4084-454B-BB80-9DDCA98CCAC3}" presName="singleCenter" presStyleLbl="node1" presStyleIdx="0" presStyleCnt="4" custLinFactNeighborX="-684" custLinFactNeighborY="-22948">
        <dgm:presLayoutVars>
          <dgm:chMax val="7"/>
          <dgm:chPref val="7"/>
        </dgm:presLayoutVars>
      </dgm:prSet>
      <dgm:spPr/>
    </dgm:pt>
    <dgm:pt modelId="{B3B85E70-ED73-8E4C-A66F-49C2A7041374}" type="pres">
      <dgm:prSet presAssocID="{DCF0F629-3665-3C4A-8272-F7CED9520509}" presName="Name56" presStyleLbl="parChTrans1D2" presStyleIdx="0" presStyleCnt="3"/>
      <dgm:spPr/>
    </dgm:pt>
    <dgm:pt modelId="{C387E819-A405-B343-9BB4-A824BF35497E}" type="pres">
      <dgm:prSet presAssocID="{430A0139-6DEB-534A-B6D3-937A22B046BE}" presName="text0" presStyleLbl="node1" presStyleIdx="1" presStyleCnt="4" custRadScaleRad="141039" custRadScaleInc="-59909">
        <dgm:presLayoutVars>
          <dgm:bulletEnabled val="1"/>
        </dgm:presLayoutVars>
      </dgm:prSet>
      <dgm:spPr>
        <a:prstGeom prst="ellipse">
          <a:avLst/>
        </a:prstGeom>
      </dgm:spPr>
    </dgm:pt>
    <dgm:pt modelId="{9C755ADB-C9A2-3B4D-8F18-B9320DA389FA}" type="pres">
      <dgm:prSet presAssocID="{71E02441-72C1-AC42-BAB2-A650A3C358C3}" presName="Name56" presStyleLbl="parChTrans1D2" presStyleIdx="1" presStyleCnt="3"/>
      <dgm:spPr/>
    </dgm:pt>
    <dgm:pt modelId="{01D021E9-C4A8-F545-A59D-1D3F104D698B}" type="pres">
      <dgm:prSet presAssocID="{70E7512C-D619-A440-983E-155265B0E4CD}" presName="text0" presStyleLbl="node1" presStyleIdx="2" presStyleCnt="4" custRadScaleRad="93195" custRadScaleInc="281909">
        <dgm:presLayoutVars>
          <dgm:bulletEnabled val="1"/>
        </dgm:presLayoutVars>
      </dgm:prSet>
      <dgm:spPr>
        <a:prstGeom prst="ellipse">
          <a:avLst/>
        </a:prstGeom>
      </dgm:spPr>
    </dgm:pt>
    <dgm:pt modelId="{C5F70AF2-F099-6540-ADAF-E7B294B0DBC6}" type="pres">
      <dgm:prSet presAssocID="{190AE56F-4838-A641-8073-0694D48840E0}" presName="Name56" presStyleLbl="parChTrans1D2" presStyleIdx="2" presStyleCnt="3"/>
      <dgm:spPr/>
    </dgm:pt>
    <dgm:pt modelId="{67B10AA3-D91B-FF43-AEFB-727C2004AE99}" type="pres">
      <dgm:prSet presAssocID="{A2617985-D9CD-864E-A8B9-7B91D77025FF}" presName="text0" presStyleLbl="node1" presStyleIdx="3" presStyleCnt="4" custRadScaleRad="113307" custRadScaleInc="115022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94D80005-6614-EA41-9714-7FCECDDC27EB}" type="presOf" srcId="{A2617985-D9CD-864E-A8B9-7B91D77025FF}" destId="{67B10AA3-D91B-FF43-AEFB-727C2004AE99}" srcOrd="0" destOrd="0" presId="urn:microsoft.com/office/officeart/2008/layout/RadialCluster"/>
    <dgm:cxn modelId="{2BD59114-D8C4-4144-8C9D-727AEB4B4747}" type="presOf" srcId="{185E6318-FF4D-474D-BCBB-265BCA02689C}" destId="{03598974-268C-8B47-B908-9BE4B14D4547}" srcOrd="0" destOrd="0" presId="urn:microsoft.com/office/officeart/2008/layout/RadialCluster"/>
    <dgm:cxn modelId="{E1F78B28-7ABE-AD4B-A5BD-BB90F9CA55A6}" type="presOf" srcId="{70E7512C-D619-A440-983E-155265B0E4CD}" destId="{01D021E9-C4A8-F545-A59D-1D3F104D698B}" srcOrd="0" destOrd="0" presId="urn:microsoft.com/office/officeart/2008/layout/RadialCluster"/>
    <dgm:cxn modelId="{C43DB440-02D5-EB4F-9CFB-F77E28B79E6A}" type="presOf" srcId="{DCF0F629-3665-3C4A-8272-F7CED9520509}" destId="{B3B85E70-ED73-8E4C-A66F-49C2A7041374}" srcOrd="0" destOrd="0" presId="urn:microsoft.com/office/officeart/2008/layout/RadialCluster"/>
    <dgm:cxn modelId="{BED3CC4D-CAE7-9A4C-97FE-8BA10F054D3C}" type="presOf" srcId="{430A0139-6DEB-534A-B6D3-937A22B046BE}" destId="{C387E819-A405-B343-9BB4-A824BF35497E}" srcOrd="0" destOrd="0" presId="urn:microsoft.com/office/officeart/2008/layout/RadialCluster"/>
    <dgm:cxn modelId="{E4053D61-413C-F743-B726-0AAC525DBBEE}" type="presOf" srcId="{190AE56F-4838-A641-8073-0694D48840E0}" destId="{C5F70AF2-F099-6540-ADAF-E7B294B0DBC6}" srcOrd="0" destOrd="0" presId="urn:microsoft.com/office/officeart/2008/layout/RadialCluster"/>
    <dgm:cxn modelId="{E4B2B19B-1926-9B46-B20D-6AE03AA06822}" type="presOf" srcId="{71E02441-72C1-AC42-BAB2-A650A3C358C3}" destId="{9C755ADB-C9A2-3B4D-8F18-B9320DA389FA}" srcOrd="0" destOrd="0" presId="urn:microsoft.com/office/officeart/2008/layout/RadialCluster"/>
    <dgm:cxn modelId="{984FD6A3-312C-A345-BA4D-F798F4907813}" srcId="{185E6318-FF4D-474D-BCBB-265BCA02689C}" destId="{705F9E9D-4084-454B-BB80-9DDCA98CCAC3}" srcOrd="0" destOrd="0" parTransId="{91005664-375F-324D-B894-7312ED53A37E}" sibTransId="{D549E066-47B8-3045-BB5C-7CDEC4D43F02}"/>
    <dgm:cxn modelId="{C3CE4AAA-76C9-514F-A2E9-CDFF1A10368A}" srcId="{705F9E9D-4084-454B-BB80-9DDCA98CCAC3}" destId="{A2617985-D9CD-864E-A8B9-7B91D77025FF}" srcOrd="2" destOrd="0" parTransId="{190AE56F-4838-A641-8073-0694D48840E0}" sibTransId="{6398B29A-7007-7A4E-9CA9-A2E78B1F84D1}"/>
    <dgm:cxn modelId="{613C7AC2-A849-5447-BE45-9B3B8F3B8A13}" srcId="{705F9E9D-4084-454B-BB80-9DDCA98CCAC3}" destId="{430A0139-6DEB-534A-B6D3-937A22B046BE}" srcOrd="0" destOrd="0" parTransId="{DCF0F629-3665-3C4A-8272-F7CED9520509}" sibTransId="{622D418F-A1B6-6A44-8413-96E2311ABD2B}"/>
    <dgm:cxn modelId="{063D41D9-34C5-1940-A15B-13D1A13B8D2A}" srcId="{705F9E9D-4084-454B-BB80-9DDCA98CCAC3}" destId="{70E7512C-D619-A440-983E-155265B0E4CD}" srcOrd="1" destOrd="0" parTransId="{71E02441-72C1-AC42-BAB2-A650A3C358C3}" sibTransId="{AE23559C-6817-314F-AFA5-66DB6A6710AF}"/>
    <dgm:cxn modelId="{81C5C0F2-5B3F-BE4C-8EBB-A64B765CBE7C}" type="presOf" srcId="{705F9E9D-4084-454B-BB80-9DDCA98CCAC3}" destId="{E47FF3A0-439F-B54B-9A95-69B0EA530F2B}" srcOrd="0" destOrd="0" presId="urn:microsoft.com/office/officeart/2008/layout/RadialCluster"/>
    <dgm:cxn modelId="{D82B415D-C1F8-9649-84F4-82A309CC6F60}" type="presParOf" srcId="{03598974-268C-8B47-B908-9BE4B14D4547}" destId="{B435973E-9458-DF49-81BE-9203ED04CFE3}" srcOrd="0" destOrd="0" presId="urn:microsoft.com/office/officeart/2008/layout/RadialCluster"/>
    <dgm:cxn modelId="{397A7A3B-3EE9-D34A-A736-B06F265175E0}" type="presParOf" srcId="{B435973E-9458-DF49-81BE-9203ED04CFE3}" destId="{E47FF3A0-439F-B54B-9A95-69B0EA530F2B}" srcOrd="0" destOrd="0" presId="urn:microsoft.com/office/officeart/2008/layout/RadialCluster"/>
    <dgm:cxn modelId="{DC2610D0-BB82-2040-9D40-561C2728999B}" type="presParOf" srcId="{B435973E-9458-DF49-81BE-9203ED04CFE3}" destId="{B3B85E70-ED73-8E4C-A66F-49C2A7041374}" srcOrd="1" destOrd="0" presId="urn:microsoft.com/office/officeart/2008/layout/RadialCluster"/>
    <dgm:cxn modelId="{79FEFA09-2C3F-FF45-A39F-38DEBED46B84}" type="presParOf" srcId="{B435973E-9458-DF49-81BE-9203ED04CFE3}" destId="{C387E819-A405-B343-9BB4-A824BF35497E}" srcOrd="2" destOrd="0" presId="urn:microsoft.com/office/officeart/2008/layout/RadialCluster"/>
    <dgm:cxn modelId="{4F436719-4A0A-1047-8097-2D9D2A18E66E}" type="presParOf" srcId="{B435973E-9458-DF49-81BE-9203ED04CFE3}" destId="{9C755ADB-C9A2-3B4D-8F18-B9320DA389FA}" srcOrd="3" destOrd="0" presId="urn:microsoft.com/office/officeart/2008/layout/RadialCluster"/>
    <dgm:cxn modelId="{DF739A27-0DD9-AD4C-A549-2DD575E6B65E}" type="presParOf" srcId="{B435973E-9458-DF49-81BE-9203ED04CFE3}" destId="{01D021E9-C4A8-F545-A59D-1D3F104D698B}" srcOrd="4" destOrd="0" presId="urn:microsoft.com/office/officeart/2008/layout/RadialCluster"/>
    <dgm:cxn modelId="{EDAA9BD6-737D-1C43-8647-56110680D4EC}" type="presParOf" srcId="{B435973E-9458-DF49-81BE-9203ED04CFE3}" destId="{C5F70AF2-F099-6540-ADAF-E7B294B0DBC6}" srcOrd="5" destOrd="0" presId="urn:microsoft.com/office/officeart/2008/layout/RadialCluster"/>
    <dgm:cxn modelId="{A5694CDB-01B7-5C4E-9CA9-81C0693E2A1A}" type="presParOf" srcId="{B435973E-9458-DF49-81BE-9203ED04CFE3}" destId="{67B10AA3-D91B-FF43-AEFB-727C2004AE99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85E6318-FF4D-474D-BCBB-265BCA02689C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05F9E9D-4084-454B-BB80-9DDCA98CCAC3}">
      <dgm:prSet phldrT="[文本]"/>
      <dgm:spPr/>
      <dgm:t>
        <a:bodyPr/>
        <a:lstStyle/>
        <a:p>
          <a:r>
            <a:rPr lang="en-US" altLang="zh-CN" dirty="0"/>
            <a:t>illness</a:t>
          </a:r>
          <a:endParaRPr lang="zh-CN" altLang="en-US" dirty="0"/>
        </a:p>
      </dgm:t>
    </dgm:pt>
    <dgm:pt modelId="{91005664-375F-324D-B894-7312ED53A37E}" type="parTrans" cxnId="{984FD6A3-312C-A345-BA4D-F798F4907813}">
      <dgm:prSet/>
      <dgm:spPr/>
      <dgm:t>
        <a:bodyPr/>
        <a:lstStyle/>
        <a:p>
          <a:endParaRPr lang="zh-CN" altLang="en-US"/>
        </a:p>
      </dgm:t>
    </dgm:pt>
    <dgm:pt modelId="{D549E066-47B8-3045-BB5C-7CDEC4D43F02}" type="sibTrans" cxnId="{984FD6A3-312C-A345-BA4D-F798F4907813}">
      <dgm:prSet/>
      <dgm:spPr/>
      <dgm:t>
        <a:bodyPr/>
        <a:lstStyle/>
        <a:p>
          <a:endParaRPr lang="zh-CN" altLang="en-US"/>
        </a:p>
      </dgm:t>
    </dgm:pt>
    <dgm:pt modelId="{430A0139-6DEB-534A-B6D3-937A22B046BE}">
      <dgm:prSet phldrT="[文本]"/>
      <dgm:spPr/>
      <dgm:t>
        <a:bodyPr/>
        <a:lstStyle/>
        <a:p>
          <a:r>
            <a:rPr lang="en-US" altLang="zh-CN" u="none" dirty="0" err="1"/>
            <a:t>i_name</a:t>
          </a:r>
          <a:endParaRPr lang="zh-CN" altLang="en-US" u="none" dirty="0"/>
        </a:p>
      </dgm:t>
    </dgm:pt>
    <dgm:pt modelId="{DCF0F629-3665-3C4A-8272-F7CED9520509}" type="parTrans" cxnId="{613C7AC2-A849-5447-BE45-9B3B8F3B8A13}">
      <dgm:prSet/>
      <dgm:spPr/>
      <dgm:t>
        <a:bodyPr/>
        <a:lstStyle/>
        <a:p>
          <a:endParaRPr lang="zh-CN" altLang="en-US"/>
        </a:p>
      </dgm:t>
    </dgm:pt>
    <dgm:pt modelId="{622D418F-A1B6-6A44-8413-96E2311ABD2B}" type="sibTrans" cxnId="{613C7AC2-A849-5447-BE45-9B3B8F3B8A13}">
      <dgm:prSet/>
      <dgm:spPr/>
      <dgm:t>
        <a:bodyPr/>
        <a:lstStyle/>
        <a:p>
          <a:endParaRPr lang="zh-CN" altLang="en-US"/>
        </a:p>
      </dgm:t>
    </dgm:pt>
    <dgm:pt modelId="{70E7512C-D619-A440-983E-155265B0E4CD}">
      <dgm:prSet phldrT="[文本]"/>
      <dgm:spPr/>
      <dgm:t>
        <a:bodyPr/>
        <a:lstStyle/>
        <a:p>
          <a:r>
            <a:rPr lang="en-US" altLang="zh-CN" u="sng" dirty="0"/>
            <a:t>code</a:t>
          </a:r>
          <a:endParaRPr lang="zh-CN" altLang="en-US" u="sng" dirty="0"/>
        </a:p>
      </dgm:t>
    </dgm:pt>
    <dgm:pt modelId="{71E02441-72C1-AC42-BAB2-A650A3C358C3}" type="parTrans" cxnId="{063D41D9-34C5-1940-A15B-13D1A13B8D2A}">
      <dgm:prSet/>
      <dgm:spPr/>
      <dgm:t>
        <a:bodyPr/>
        <a:lstStyle/>
        <a:p>
          <a:endParaRPr lang="zh-CN" altLang="en-US"/>
        </a:p>
      </dgm:t>
    </dgm:pt>
    <dgm:pt modelId="{AE23559C-6817-314F-AFA5-66DB6A6710AF}" type="sibTrans" cxnId="{063D41D9-34C5-1940-A15B-13D1A13B8D2A}">
      <dgm:prSet/>
      <dgm:spPr/>
      <dgm:t>
        <a:bodyPr/>
        <a:lstStyle/>
        <a:p>
          <a:endParaRPr lang="zh-CN" altLang="en-US"/>
        </a:p>
      </dgm:t>
    </dgm:pt>
    <dgm:pt modelId="{A2617985-D9CD-864E-A8B9-7B91D77025FF}">
      <dgm:prSet phldrT="[文本]"/>
      <dgm:spPr/>
      <dgm:t>
        <a:bodyPr/>
        <a:lstStyle/>
        <a:p>
          <a:r>
            <a:rPr lang="en-US" altLang="zh-CN" dirty="0"/>
            <a:t>description</a:t>
          </a:r>
          <a:endParaRPr lang="zh-CN" altLang="en-US" dirty="0"/>
        </a:p>
      </dgm:t>
    </dgm:pt>
    <dgm:pt modelId="{190AE56F-4838-A641-8073-0694D48840E0}" type="parTrans" cxnId="{C3CE4AAA-76C9-514F-A2E9-CDFF1A10368A}">
      <dgm:prSet/>
      <dgm:spPr/>
      <dgm:t>
        <a:bodyPr/>
        <a:lstStyle/>
        <a:p>
          <a:endParaRPr lang="zh-CN" altLang="en-US"/>
        </a:p>
      </dgm:t>
    </dgm:pt>
    <dgm:pt modelId="{6398B29A-7007-7A4E-9CA9-A2E78B1F84D1}" type="sibTrans" cxnId="{C3CE4AAA-76C9-514F-A2E9-CDFF1A10368A}">
      <dgm:prSet/>
      <dgm:spPr/>
      <dgm:t>
        <a:bodyPr/>
        <a:lstStyle/>
        <a:p>
          <a:endParaRPr lang="zh-CN" altLang="en-US"/>
        </a:p>
      </dgm:t>
    </dgm:pt>
    <dgm:pt modelId="{03598974-268C-8B47-B908-9BE4B14D4547}" type="pres">
      <dgm:prSet presAssocID="{185E6318-FF4D-474D-BCBB-265BCA02689C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B435973E-9458-DF49-81BE-9203ED04CFE3}" type="pres">
      <dgm:prSet presAssocID="{705F9E9D-4084-454B-BB80-9DDCA98CCAC3}" presName="singleCycle" presStyleCnt="0"/>
      <dgm:spPr/>
    </dgm:pt>
    <dgm:pt modelId="{E47FF3A0-439F-B54B-9A95-69B0EA530F2B}" type="pres">
      <dgm:prSet presAssocID="{705F9E9D-4084-454B-BB80-9DDCA98CCAC3}" presName="singleCenter" presStyleLbl="node1" presStyleIdx="0" presStyleCnt="4" custScaleX="108723" custScaleY="74871" custLinFactNeighborX="-21160" custLinFactNeighborY="2673">
        <dgm:presLayoutVars>
          <dgm:chMax val="7"/>
          <dgm:chPref val="7"/>
        </dgm:presLayoutVars>
      </dgm:prSet>
      <dgm:spPr/>
    </dgm:pt>
    <dgm:pt modelId="{B3B85E70-ED73-8E4C-A66F-49C2A7041374}" type="pres">
      <dgm:prSet presAssocID="{DCF0F629-3665-3C4A-8272-F7CED9520509}" presName="Name56" presStyleLbl="parChTrans1D2" presStyleIdx="0" presStyleCnt="3"/>
      <dgm:spPr/>
    </dgm:pt>
    <dgm:pt modelId="{C387E819-A405-B343-9BB4-A824BF35497E}" type="pres">
      <dgm:prSet presAssocID="{430A0139-6DEB-534A-B6D3-937A22B046BE}" presName="text0" presStyleLbl="node1" presStyleIdx="1" presStyleCnt="4" custRadScaleRad="82501" custRadScaleInc="-227938">
        <dgm:presLayoutVars>
          <dgm:bulletEnabled val="1"/>
        </dgm:presLayoutVars>
      </dgm:prSet>
      <dgm:spPr>
        <a:prstGeom prst="ellipse">
          <a:avLst/>
        </a:prstGeom>
      </dgm:spPr>
    </dgm:pt>
    <dgm:pt modelId="{9C755ADB-C9A2-3B4D-8F18-B9320DA389FA}" type="pres">
      <dgm:prSet presAssocID="{71E02441-72C1-AC42-BAB2-A650A3C358C3}" presName="Name56" presStyleLbl="parChTrans1D2" presStyleIdx="1" presStyleCnt="3"/>
      <dgm:spPr/>
    </dgm:pt>
    <dgm:pt modelId="{01D021E9-C4A8-F545-A59D-1D3F104D698B}" type="pres">
      <dgm:prSet presAssocID="{70E7512C-D619-A440-983E-155265B0E4CD}" presName="text0" presStyleLbl="node1" presStyleIdx="2" presStyleCnt="4" custRadScaleRad="64386" custRadScaleInc="105805">
        <dgm:presLayoutVars>
          <dgm:bulletEnabled val="1"/>
        </dgm:presLayoutVars>
      </dgm:prSet>
      <dgm:spPr>
        <a:prstGeom prst="ellipse">
          <a:avLst/>
        </a:prstGeom>
      </dgm:spPr>
    </dgm:pt>
    <dgm:pt modelId="{C5F70AF2-F099-6540-ADAF-E7B294B0DBC6}" type="pres">
      <dgm:prSet presAssocID="{190AE56F-4838-A641-8073-0694D48840E0}" presName="Name56" presStyleLbl="parChTrans1D2" presStyleIdx="2" presStyleCnt="3"/>
      <dgm:spPr/>
    </dgm:pt>
    <dgm:pt modelId="{67B10AA3-D91B-FF43-AEFB-727C2004AE99}" type="pres">
      <dgm:prSet presAssocID="{A2617985-D9CD-864E-A8B9-7B91D77025FF}" presName="text0" presStyleLbl="node1" presStyleIdx="3" presStyleCnt="4" custRadScaleRad="117897" custRadScaleInc="3174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94D80005-6614-EA41-9714-7FCECDDC27EB}" type="presOf" srcId="{A2617985-D9CD-864E-A8B9-7B91D77025FF}" destId="{67B10AA3-D91B-FF43-AEFB-727C2004AE99}" srcOrd="0" destOrd="0" presId="urn:microsoft.com/office/officeart/2008/layout/RadialCluster"/>
    <dgm:cxn modelId="{2BD59114-D8C4-4144-8C9D-727AEB4B4747}" type="presOf" srcId="{185E6318-FF4D-474D-BCBB-265BCA02689C}" destId="{03598974-268C-8B47-B908-9BE4B14D4547}" srcOrd="0" destOrd="0" presId="urn:microsoft.com/office/officeart/2008/layout/RadialCluster"/>
    <dgm:cxn modelId="{E1F78B28-7ABE-AD4B-A5BD-BB90F9CA55A6}" type="presOf" srcId="{70E7512C-D619-A440-983E-155265B0E4CD}" destId="{01D021E9-C4A8-F545-A59D-1D3F104D698B}" srcOrd="0" destOrd="0" presId="urn:microsoft.com/office/officeart/2008/layout/RadialCluster"/>
    <dgm:cxn modelId="{C43DB440-02D5-EB4F-9CFB-F77E28B79E6A}" type="presOf" srcId="{DCF0F629-3665-3C4A-8272-F7CED9520509}" destId="{B3B85E70-ED73-8E4C-A66F-49C2A7041374}" srcOrd="0" destOrd="0" presId="urn:microsoft.com/office/officeart/2008/layout/RadialCluster"/>
    <dgm:cxn modelId="{BED3CC4D-CAE7-9A4C-97FE-8BA10F054D3C}" type="presOf" srcId="{430A0139-6DEB-534A-B6D3-937A22B046BE}" destId="{C387E819-A405-B343-9BB4-A824BF35497E}" srcOrd="0" destOrd="0" presId="urn:microsoft.com/office/officeart/2008/layout/RadialCluster"/>
    <dgm:cxn modelId="{E4053D61-413C-F743-B726-0AAC525DBBEE}" type="presOf" srcId="{190AE56F-4838-A641-8073-0694D48840E0}" destId="{C5F70AF2-F099-6540-ADAF-E7B294B0DBC6}" srcOrd="0" destOrd="0" presId="urn:microsoft.com/office/officeart/2008/layout/RadialCluster"/>
    <dgm:cxn modelId="{E4B2B19B-1926-9B46-B20D-6AE03AA06822}" type="presOf" srcId="{71E02441-72C1-AC42-BAB2-A650A3C358C3}" destId="{9C755ADB-C9A2-3B4D-8F18-B9320DA389FA}" srcOrd="0" destOrd="0" presId="urn:microsoft.com/office/officeart/2008/layout/RadialCluster"/>
    <dgm:cxn modelId="{984FD6A3-312C-A345-BA4D-F798F4907813}" srcId="{185E6318-FF4D-474D-BCBB-265BCA02689C}" destId="{705F9E9D-4084-454B-BB80-9DDCA98CCAC3}" srcOrd="0" destOrd="0" parTransId="{91005664-375F-324D-B894-7312ED53A37E}" sibTransId="{D549E066-47B8-3045-BB5C-7CDEC4D43F02}"/>
    <dgm:cxn modelId="{C3CE4AAA-76C9-514F-A2E9-CDFF1A10368A}" srcId="{705F9E9D-4084-454B-BB80-9DDCA98CCAC3}" destId="{A2617985-D9CD-864E-A8B9-7B91D77025FF}" srcOrd="2" destOrd="0" parTransId="{190AE56F-4838-A641-8073-0694D48840E0}" sibTransId="{6398B29A-7007-7A4E-9CA9-A2E78B1F84D1}"/>
    <dgm:cxn modelId="{613C7AC2-A849-5447-BE45-9B3B8F3B8A13}" srcId="{705F9E9D-4084-454B-BB80-9DDCA98CCAC3}" destId="{430A0139-6DEB-534A-B6D3-937A22B046BE}" srcOrd="0" destOrd="0" parTransId="{DCF0F629-3665-3C4A-8272-F7CED9520509}" sibTransId="{622D418F-A1B6-6A44-8413-96E2311ABD2B}"/>
    <dgm:cxn modelId="{063D41D9-34C5-1940-A15B-13D1A13B8D2A}" srcId="{705F9E9D-4084-454B-BB80-9DDCA98CCAC3}" destId="{70E7512C-D619-A440-983E-155265B0E4CD}" srcOrd="1" destOrd="0" parTransId="{71E02441-72C1-AC42-BAB2-A650A3C358C3}" sibTransId="{AE23559C-6817-314F-AFA5-66DB6A6710AF}"/>
    <dgm:cxn modelId="{81C5C0F2-5B3F-BE4C-8EBB-A64B765CBE7C}" type="presOf" srcId="{705F9E9D-4084-454B-BB80-9DDCA98CCAC3}" destId="{E47FF3A0-439F-B54B-9A95-69B0EA530F2B}" srcOrd="0" destOrd="0" presId="urn:microsoft.com/office/officeart/2008/layout/RadialCluster"/>
    <dgm:cxn modelId="{D82B415D-C1F8-9649-84F4-82A309CC6F60}" type="presParOf" srcId="{03598974-268C-8B47-B908-9BE4B14D4547}" destId="{B435973E-9458-DF49-81BE-9203ED04CFE3}" srcOrd="0" destOrd="0" presId="urn:microsoft.com/office/officeart/2008/layout/RadialCluster"/>
    <dgm:cxn modelId="{397A7A3B-3EE9-D34A-A736-B06F265175E0}" type="presParOf" srcId="{B435973E-9458-DF49-81BE-9203ED04CFE3}" destId="{E47FF3A0-439F-B54B-9A95-69B0EA530F2B}" srcOrd="0" destOrd="0" presId="urn:microsoft.com/office/officeart/2008/layout/RadialCluster"/>
    <dgm:cxn modelId="{DC2610D0-BB82-2040-9D40-561C2728999B}" type="presParOf" srcId="{B435973E-9458-DF49-81BE-9203ED04CFE3}" destId="{B3B85E70-ED73-8E4C-A66F-49C2A7041374}" srcOrd="1" destOrd="0" presId="urn:microsoft.com/office/officeart/2008/layout/RadialCluster"/>
    <dgm:cxn modelId="{79FEFA09-2C3F-FF45-A39F-38DEBED46B84}" type="presParOf" srcId="{B435973E-9458-DF49-81BE-9203ED04CFE3}" destId="{C387E819-A405-B343-9BB4-A824BF35497E}" srcOrd="2" destOrd="0" presId="urn:microsoft.com/office/officeart/2008/layout/RadialCluster"/>
    <dgm:cxn modelId="{4F436719-4A0A-1047-8097-2D9D2A18E66E}" type="presParOf" srcId="{B435973E-9458-DF49-81BE-9203ED04CFE3}" destId="{9C755ADB-C9A2-3B4D-8F18-B9320DA389FA}" srcOrd="3" destOrd="0" presId="urn:microsoft.com/office/officeart/2008/layout/RadialCluster"/>
    <dgm:cxn modelId="{DF739A27-0DD9-AD4C-A549-2DD575E6B65E}" type="presParOf" srcId="{B435973E-9458-DF49-81BE-9203ED04CFE3}" destId="{01D021E9-C4A8-F545-A59D-1D3F104D698B}" srcOrd="4" destOrd="0" presId="urn:microsoft.com/office/officeart/2008/layout/RadialCluster"/>
    <dgm:cxn modelId="{EDAA9BD6-737D-1C43-8647-56110680D4EC}" type="presParOf" srcId="{B435973E-9458-DF49-81BE-9203ED04CFE3}" destId="{C5F70AF2-F099-6540-ADAF-E7B294B0DBC6}" srcOrd="5" destOrd="0" presId="urn:microsoft.com/office/officeart/2008/layout/RadialCluster"/>
    <dgm:cxn modelId="{A5694CDB-01B7-5C4E-9CA9-81C0693E2A1A}" type="presParOf" srcId="{B435973E-9458-DF49-81BE-9203ED04CFE3}" destId="{67B10AA3-D91B-FF43-AEFB-727C2004AE99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85E6318-FF4D-474D-BCBB-265BCA02689C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05F9E9D-4084-454B-BB80-9DDCA98CCAC3}">
      <dgm:prSet phldrT="[文本]"/>
      <dgm:spPr/>
      <dgm:t>
        <a:bodyPr/>
        <a:lstStyle/>
        <a:p>
          <a:r>
            <a:rPr lang="en-US" altLang="zh-CN"/>
            <a:t>doctor</a:t>
          </a:r>
          <a:endParaRPr lang="zh-CN" altLang="en-US" dirty="0"/>
        </a:p>
      </dgm:t>
    </dgm:pt>
    <dgm:pt modelId="{91005664-375F-324D-B894-7312ED53A37E}" type="parTrans" cxnId="{984FD6A3-312C-A345-BA4D-F798F4907813}">
      <dgm:prSet/>
      <dgm:spPr/>
      <dgm:t>
        <a:bodyPr/>
        <a:lstStyle/>
        <a:p>
          <a:endParaRPr lang="zh-CN" altLang="en-US"/>
        </a:p>
      </dgm:t>
    </dgm:pt>
    <dgm:pt modelId="{D549E066-47B8-3045-BB5C-7CDEC4D43F02}" type="sibTrans" cxnId="{984FD6A3-312C-A345-BA4D-F798F4907813}">
      <dgm:prSet/>
      <dgm:spPr/>
      <dgm:t>
        <a:bodyPr/>
        <a:lstStyle/>
        <a:p>
          <a:endParaRPr lang="zh-CN" altLang="en-US"/>
        </a:p>
      </dgm:t>
    </dgm:pt>
    <dgm:pt modelId="{430A0139-6DEB-534A-B6D3-937A22B046BE}">
      <dgm:prSet phldrT="[文本]"/>
      <dgm:spPr/>
      <dgm:t>
        <a:bodyPr/>
        <a:lstStyle/>
        <a:p>
          <a:r>
            <a:rPr lang="en-US" altLang="zh-CN" u="sng" dirty="0" err="1"/>
            <a:t>Reg_num</a:t>
          </a:r>
          <a:endParaRPr lang="zh-CN" altLang="en-US" u="sng" dirty="0"/>
        </a:p>
      </dgm:t>
    </dgm:pt>
    <dgm:pt modelId="{DCF0F629-3665-3C4A-8272-F7CED9520509}" type="parTrans" cxnId="{613C7AC2-A849-5447-BE45-9B3B8F3B8A13}">
      <dgm:prSet/>
      <dgm:spPr/>
      <dgm:t>
        <a:bodyPr/>
        <a:lstStyle/>
        <a:p>
          <a:endParaRPr lang="zh-CN" altLang="en-US"/>
        </a:p>
      </dgm:t>
    </dgm:pt>
    <dgm:pt modelId="{622D418F-A1B6-6A44-8413-96E2311ABD2B}" type="sibTrans" cxnId="{613C7AC2-A849-5447-BE45-9B3B8F3B8A13}">
      <dgm:prSet/>
      <dgm:spPr/>
      <dgm:t>
        <a:bodyPr/>
        <a:lstStyle/>
        <a:p>
          <a:endParaRPr lang="zh-CN" altLang="en-US"/>
        </a:p>
      </dgm:t>
    </dgm:pt>
    <dgm:pt modelId="{20F3E2E4-954C-3649-951E-8EFF5886B847}">
      <dgm:prSet phldrT="[文本]"/>
      <dgm:spPr/>
      <dgm:t>
        <a:bodyPr/>
        <a:lstStyle/>
        <a:p>
          <a:r>
            <a:rPr lang="en-US" altLang="zh-CN" dirty="0" err="1"/>
            <a:t>first_d</a:t>
          </a:r>
          <a:endParaRPr lang="zh-CN" altLang="en-US" dirty="0"/>
        </a:p>
      </dgm:t>
    </dgm:pt>
    <dgm:pt modelId="{8F6E6D69-2650-4B46-9365-807A24797EBA}" type="parTrans" cxnId="{CB4C27EF-69AF-074C-89E9-ADA14A5A364E}">
      <dgm:prSet/>
      <dgm:spPr/>
      <dgm:t>
        <a:bodyPr/>
        <a:lstStyle/>
        <a:p>
          <a:endParaRPr lang="zh-CN" altLang="en-US"/>
        </a:p>
      </dgm:t>
    </dgm:pt>
    <dgm:pt modelId="{67A0470A-D37C-344A-AD98-F71CEA4FC974}" type="sibTrans" cxnId="{CB4C27EF-69AF-074C-89E9-ADA14A5A364E}">
      <dgm:prSet/>
      <dgm:spPr/>
      <dgm:t>
        <a:bodyPr/>
        <a:lstStyle/>
        <a:p>
          <a:endParaRPr lang="zh-CN" altLang="en-US"/>
        </a:p>
      </dgm:t>
    </dgm:pt>
    <dgm:pt modelId="{70E7512C-D619-A440-983E-155265B0E4CD}">
      <dgm:prSet phldrT="[文本]"/>
      <dgm:spPr/>
      <dgm:t>
        <a:bodyPr/>
        <a:lstStyle/>
        <a:p>
          <a:r>
            <a:rPr lang="en-US" altLang="zh-CN" dirty="0" err="1"/>
            <a:t>last_d</a:t>
          </a:r>
          <a:endParaRPr lang="zh-CN" altLang="en-US" dirty="0"/>
        </a:p>
      </dgm:t>
    </dgm:pt>
    <dgm:pt modelId="{71E02441-72C1-AC42-BAB2-A650A3C358C3}" type="parTrans" cxnId="{063D41D9-34C5-1940-A15B-13D1A13B8D2A}">
      <dgm:prSet/>
      <dgm:spPr/>
      <dgm:t>
        <a:bodyPr/>
        <a:lstStyle/>
        <a:p>
          <a:endParaRPr lang="zh-CN" altLang="en-US"/>
        </a:p>
      </dgm:t>
    </dgm:pt>
    <dgm:pt modelId="{AE23559C-6817-314F-AFA5-66DB6A6710AF}" type="sibTrans" cxnId="{063D41D9-34C5-1940-A15B-13D1A13B8D2A}">
      <dgm:prSet/>
      <dgm:spPr/>
      <dgm:t>
        <a:bodyPr/>
        <a:lstStyle/>
        <a:p>
          <a:endParaRPr lang="zh-CN" altLang="en-US"/>
        </a:p>
      </dgm:t>
    </dgm:pt>
    <dgm:pt modelId="{A2617985-D9CD-864E-A8B9-7B91D77025FF}">
      <dgm:prSet phldrT="[文本]"/>
      <dgm:spPr/>
      <dgm:t>
        <a:bodyPr/>
        <a:lstStyle/>
        <a:p>
          <a:r>
            <a:rPr lang="en-US" altLang="zh-CN" dirty="0"/>
            <a:t>special</a:t>
          </a:r>
          <a:endParaRPr lang="zh-CN" altLang="en-US" dirty="0"/>
        </a:p>
      </dgm:t>
    </dgm:pt>
    <dgm:pt modelId="{190AE56F-4838-A641-8073-0694D48840E0}" type="parTrans" cxnId="{C3CE4AAA-76C9-514F-A2E9-CDFF1A10368A}">
      <dgm:prSet/>
      <dgm:spPr/>
      <dgm:t>
        <a:bodyPr/>
        <a:lstStyle/>
        <a:p>
          <a:endParaRPr lang="zh-CN" altLang="en-US"/>
        </a:p>
      </dgm:t>
    </dgm:pt>
    <dgm:pt modelId="{6398B29A-7007-7A4E-9CA9-A2E78B1F84D1}" type="sibTrans" cxnId="{C3CE4AAA-76C9-514F-A2E9-CDFF1A10368A}">
      <dgm:prSet/>
      <dgm:spPr/>
      <dgm:t>
        <a:bodyPr/>
        <a:lstStyle/>
        <a:p>
          <a:endParaRPr lang="zh-CN" altLang="en-US"/>
        </a:p>
      </dgm:t>
    </dgm:pt>
    <dgm:pt modelId="{03598974-268C-8B47-B908-9BE4B14D4547}" type="pres">
      <dgm:prSet presAssocID="{185E6318-FF4D-474D-BCBB-265BCA02689C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B435973E-9458-DF49-81BE-9203ED04CFE3}" type="pres">
      <dgm:prSet presAssocID="{705F9E9D-4084-454B-BB80-9DDCA98CCAC3}" presName="singleCycle" presStyleCnt="0"/>
      <dgm:spPr/>
    </dgm:pt>
    <dgm:pt modelId="{E47FF3A0-439F-B54B-9A95-69B0EA530F2B}" type="pres">
      <dgm:prSet presAssocID="{705F9E9D-4084-454B-BB80-9DDCA98CCAC3}" presName="singleCenter" presStyleLbl="node1" presStyleIdx="0" presStyleCnt="5" custLinFactNeighborX="1097" custLinFactNeighborY="-4894">
        <dgm:presLayoutVars>
          <dgm:chMax val="7"/>
          <dgm:chPref val="7"/>
        </dgm:presLayoutVars>
      </dgm:prSet>
      <dgm:spPr/>
    </dgm:pt>
    <dgm:pt modelId="{B3B85E70-ED73-8E4C-A66F-49C2A7041374}" type="pres">
      <dgm:prSet presAssocID="{DCF0F629-3665-3C4A-8272-F7CED9520509}" presName="Name56" presStyleLbl="parChTrans1D2" presStyleIdx="0" presStyleCnt="4"/>
      <dgm:spPr/>
    </dgm:pt>
    <dgm:pt modelId="{C387E819-A405-B343-9BB4-A824BF35497E}" type="pres">
      <dgm:prSet presAssocID="{430A0139-6DEB-534A-B6D3-937A22B046BE}" presName="text0" presStyleLbl="node1" presStyleIdx="1" presStyleCnt="5" custRadScaleRad="99745" custRadScaleInc="119256">
        <dgm:presLayoutVars>
          <dgm:bulletEnabled val="1"/>
        </dgm:presLayoutVars>
      </dgm:prSet>
      <dgm:spPr>
        <a:prstGeom prst="ellipse">
          <a:avLst/>
        </a:prstGeom>
      </dgm:spPr>
    </dgm:pt>
    <dgm:pt modelId="{547B6186-2376-5447-AE8B-B39E41239AAE}" type="pres">
      <dgm:prSet presAssocID="{8F6E6D69-2650-4B46-9365-807A24797EBA}" presName="Name56" presStyleLbl="parChTrans1D2" presStyleIdx="1" presStyleCnt="4"/>
      <dgm:spPr/>
    </dgm:pt>
    <dgm:pt modelId="{8918B92B-48B1-334D-8BE4-E2D6776786C4}" type="pres">
      <dgm:prSet presAssocID="{20F3E2E4-954C-3649-951E-8EFF5886B847}" presName="text0" presStyleLbl="node1" presStyleIdx="2" presStyleCnt="5" custRadScaleRad="75213" custRadScaleInc="121663">
        <dgm:presLayoutVars>
          <dgm:bulletEnabled val="1"/>
        </dgm:presLayoutVars>
      </dgm:prSet>
      <dgm:spPr>
        <a:prstGeom prst="ellipse">
          <a:avLst/>
        </a:prstGeom>
      </dgm:spPr>
    </dgm:pt>
    <dgm:pt modelId="{E6E21981-BFD7-E441-97CC-65CDE50268D8}" type="pres">
      <dgm:prSet presAssocID="{71E02441-72C1-AC42-BAB2-A650A3C358C3}" presName="Name56" presStyleLbl="parChTrans1D2" presStyleIdx="2" presStyleCnt="4"/>
      <dgm:spPr/>
    </dgm:pt>
    <dgm:pt modelId="{1F76BB08-D7CB-2F43-AFEE-ED95828D4639}" type="pres">
      <dgm:prSet presAssocID="{70E7512C-D619-A440-983E-155265B0E4CD}" presName="text0" presStyleLbl="node1" presStyleIdx="3" presStyleCnt="5" custRadScaleRad="90627" custRadScaleInc="-152735">
        <dgm:presLayoutVars>
          <dgm:bulletEnabled val="1"/>
        </dgm:presLayoutVars>
      </dgm:prSet>
      <dgm:spPr>
        <a:prstGeom prst="ellipse">
          <a:avLst/>
        </a:prstGeom>
      </dgm:spPr>
    </dgm:pt>
    <dgm:pt modelId="{B0D9A561-B3D1-824B-BD02-2F71E4D68931}" type="pres">
      <dgm:prSet presAssocID="{190AE56F-4838-A641-8073-0694D48840E0}" presName="Name56" presStyleLbl="parChTrans1D2" presStyleIdx="3" presStyleCnt="4"/>
      <dgm:spPr/>
    </dgm:pt>
    <dgm:pt modelId="{402A7FCF-3F6F-4A4E-B1F4-04303E1CA4DB}" type="pres">
      <dgm:prSet presAssocID="{A2617985-D9CD-864E-A8B9-7B91D77025FF}" presName="text0" presStyleLbl="node1" presStyleIdx="4" presStyleCnt="5" custRadScaleRad="88779" custRadScaleInc="380203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2BD59114-D8C4-4144-8C9D-727AEB4B4747}" type="presOf" srcId="{185E6318-FF4D-474D-BCBB-265BCA02689C}" destId="{03598974-268C-8B47-B908-9BE4B14D4547}" srcOrd="0" destOrd="0" presId="urn:microsoft.com/office/officeart/2008/layout/RadialCluster"/>
    <dgm:cxn modelId="{AC8A1735-BFDB-424F-B1B0-9A48ED23F853}" type="presOf" srcId="{190AE56F-4838-A641-8073-0694D48840E0}" destId="{B0D9A561-B3D1-824B-BD02-2F71E4D68931}" srcOrd="0" destOrd="0" presId="urn:microsoft.com/office/officeart/2008/layout/RadialCluster"/>
    <dgm:cxn modelId="{C43DB440-02D5-EB4F-9CFB-F77E28B79E6A}" type="presOf" srcId="{DCF0F629-3665-3C4A-8272-F7CED9520509}" destId="{B3B85E70-ED73-8E4C-A66F-49C2A7041374}" srcOrd="0" destOrd="0" presId="urn:microsoft.com/office/officeart/2008/layout/RadialCluster"/>
    <dgm:cxn modelId="{BED3CC4D-CAE7-9A4C-97FE-8BA10F054D3C}" type="presOf" srcId="{430A0139-6DEB-534A-B6D3-937A22B046BE}" destId="{C387E819-A405-B343-9BB4-A824BF35497E}" srcOrd="0" destOrd="0" presId="urn:microsoft.com/office/officeart/2008/layout/RadialCluster"/>
    <dgm:cxn modelId="{D8E95A6F-C15C-1C4B-9072-26913E9FACE6}" type="presOf" srcId="{71E02441-72C1-AC42-BAB2-A650A3C358C3}" destId="{E6E21981-BFD7-E441-97CC-65CDE50268D8}" srcOrd="0" destOrd="0" presId="urn:microsoft.com/office/officeart/2008/layout/RadialCluster"/>
    <dgm:cxn modelId="{A7467571-1D36-024E-B111-C2E55CFA5DAB}" type="presOf" srcId="{A2617985-D9CD-864E-A8B9-7B91D77025FF}" destId="{402A7FCF-3F6F-4A4E-B1F4-04303E1CA4DB}" srcOrd="0" destOrd="0" presId="urn:microsoft.com/office/officeart/2008/layout/RadialCluster"/>
    <dgm:cxn modelId="{984FD6A3-312C-A345-BA4D-F798F4907813}" srcId="{185E6318-FF4D-474D-BCBB-265BCA02689C}" destId="{705F9E9D-4084-454B-BB80-9DDCA98CCAC3}" srcOrd="0" destOrd="0" parTransId="{91005664-375F-324D-B894-7312ED53A37E}" sibTransId="{D549E066-47B8-3045-BB5C-7CDEC4D43F02}"/>
    <dgm:cxn modelId="{D45B56A9-FA7E-EB4A-BBE7-72C8F0DEA93B}" type="presOf" srcId="{70E7512C-D619-A440-983E-155265B0E4CD}" destId="{1F76BB08-D7CB-2F43-AFEE-ED95828D4639}" srcOrd="0" destOrd="0" presId="urn:microsoft.com/office/officeart/2008/layout/RadialCluster"/>
    <dgm:cxn modelId="{C3CE4AAA-76C9-514F-A2E9-CDFF1A10368A}" srcId="{705F9E9D-4084-454B-BB80-9DDCA98CCAC3}" destId="{A2617985-D9CD-864E-A8B9-7B91D77025FF}" srcOrd="3" destOrd="0" parTransId="{190AE56F-4838-A641-8073-0694D48840E0}" sibTransId="{6398B29A-7007-7A4E-9CA9-A2E78B1F84D1}"/>
    <dgm:cxn modelId="{613C7AC2-A849-5447-BE45-9B3B8F3B8A13}" srcId="{705F9E9D-4084-454B-BB80-9DDCA98CCAC3}" destId="{430A0139-6DEB-534A-B6D3-937A22B046BE}" srcOrd="0" destOrd="0" parTransId="{DCF0F629-3665-3C4A-8272-F7CED9520509}" sibTransId="{622D418F-A1B6-6A44-8413-96E2311ABD2B}"/>
    <dgm:cxn modelId="{063D41D9-34C5-1940-A15B-13D1A13B8D2A}" srcId="{705F9E9D-4084-454B-BB80-9DDCA98CCAC3}" destId="{70E7512C-D619-A440-983E-155265B0E4CD}" srcOrd="2" destOrd="0" parTransId="{71E02441-72C1-AC42-BAB2-A650A3C358C3}" sibTransId="{AE23559C-6817-314F-AFA5-66DB6A6710AF}"/>
    <dgm:cxn modelId="{CB4C27EF-69AF-074C-89E9-ADA14A5A364E}" srcId="{705F9E9D-4084-454B-BB80-9DDCA98CCAC3}" destId="{20F3E2E4-954C-3649-951E-8EFF5886B847}" srcOrd="1" destOrd="0" parTransId="{8F6E6D69-2650-4B46-9365-807A24797EBA}" sibTransId="{67A0470A-D37C-344A-AD98-F71CEA4FC974}"/>
    <dgm:cxn modelId="{81C5C0F2-5B3F-BE4C-8EBB-A64B765CBE7C}" type="presOf" srcId="{705F9E9D-4084-454B-BB80-9DDCA98CCAC3}" destId="{E47FF3A0-439F-B54B-9A95-69B0EA530F2B}" srcOrd="0" destOrd="0" presId="urn:microsoft.com/office/officeart/2008/layout/RadialCluster"/>
    <dgm:cxn modelId="{CDA232F7-E96A-5F4F-A426-79743421677A}" type="presOf" srcId="{8F6E6D69-2650-4B46-9365-807A24797EBA}" destId="{547B6186-2376-5447-AE8B-B39E41239AAE}" srcOrd="0" destOrd="0" presId="urn:microsoft.com/office/officeart/2008/layout/RadialCluster"/>
    <dgm:cxn modelId="{838144F7-AAE0-7B45-91E1-9F195DDC6149}" type="presOf" srcId="{20F3E2E4-954C-3649-951E-8EFF5886B847}" destId="{8918B92B-48B1-334D-8BE4-E2D6776786C4}" srcOrd="0" destOrd="0" presId="urn:microsoft.com/office/officeart/2008/layout/RadialCluster"/>
    <dgm:cxn modelId="{D82B415D-C1F8-9649-84F4-82A309CC6F60}" type="presParOf" srcId="{03598974-268C-8B47-B908-9BE4B14D4547}" destId="{B435973E-9458-DF49-81BE-9203ED04CFE3}" srcOrd="0" destOrd="0" presId="urn:microsoft.com/office/officeart/2008/layout/RadialCluster"/>
    <dgm:cxn modelId="{397A7A3B-3EE9-D34A-A736-B06F265175E0}" type="presParOf" srcId="{B435973E-9458-DF49-81BE-9203ED04CFE3}" destId="{E47FF3A0-439F-B54B-9A95-69B0EA530F2B}" srcOrd="0" destOrd="0" presId="urn:microsoft.com/office/officeart/2008/layout/RadialCluster"/>
    <dgm:cxn modelId="{DC2610D0-BB82-2040-9D40-561C2728999B}" type="presParOf" srcId="{B435973E-9458-DF49-81BE-9203ED04CFE3}" destId="{B3B85E70-ED73-8E4C-A66F-49C2A7041374}" srcOrd="1" destOrd="0" presId="urn:microsoft.com/office/officeart/2008/layout/RadialCluster"/>
    <dgm:cxn modelId="{79FEFA09-2C3F-FF45-A39F-38DEBED46B84}" type="presParOf" srcId="{B435973E-9458-DF49-81BE-9203ED04CFE3}" destId="{C387E819-A405-B343-9BB4-A824BF35497E}" srcOrd="2" destOrd="0" presId="urn:microsoft.com/office/officeart/2008/layout/RadialCluster"/>
    <dgm:cxn modelId="{2135D794-8557-C742-8C24-13F534A3BA51}" type="presParOf" srcId="{B435973E-9458-DF49-81BE-9203ED04CFE3}" destId="{547B6186-2376-5447-AE8B-B39E41239AAE}" srcOrd="3" destOrd="0" presId="urn:microsoft.com/office/officeart/2008/layout/RadialCluster"/>
    <dgm:cxn modelId="{2F543276-338B-0F47-B6DF-A3DEC0A8A37C}" type="presParOf" srcId="{B435973E-9458-DF49-81BE-9203ED04CFE3}" destId="{8918B92B-48B1-334D-8BE4-E2D6776786C4}" srcOrd="4" destOrd="0" presId="urn:microsoft.com/office/officeart/2008/layout/RadialCluster"/>
    <dgm:cxn modelId="{9B241FB3-A7E9-714F-9ECD-06CB244467AE}" type="presParOf" srcId="{B435973E-9458-DF49-81BE-9203ED04CFE3}" destId="{E6E21981-BFD7-E441-97CC-65CDE50268D8}" srcOrd="5" destOrd="0" presId="urn:microsoft.com/office/officeart/2008/layout/RadialCluster"/>
    <dgm:cxn modelId="{244CCADC-224B-C948-8A49-E55F581C41B8}" type="presParOf" srcId="{B435973E-9458-DF49-81BE-9203ED04CFE3}" destId="{1F76BB08-D7CB-2F43-AFEE-ED95828D4639}" srcOrd="6" destOrd="0" presId="urn:microsoft.com/office/officeart/2008/layout/RadialCluster"/>
    <dgm:cxn modelId="{80FF8E3E-721B-D443-9ECF-2C4A8DB38C10}" type="presParOf" srcId="{B435973E-9458-DF49-81BE-9203ED04CFE3}" destId="{B0D9A561-B3D1-824B-BD02-2F71E4D68931}" srcOrd="7" destOrd="0" presId="urn:microsoft.com/office/officeart/2008/layout/RadialCluster"/>
    <dgm:cxn modelId="{0BCE36C7-F17D-B543-BE06-AF8493F5FB96}" type="presParOf" srcId="{B435973E-9458-DF49-81BE-9203ED04CFE3}" destId="{402A7FCF-3F6F-4A4E-B1F4-04303E1CA4DB}" srcOrd="8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85E6318-FF4D-474D-BCBB-265BCA02689C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05F9E9D-4084-454B-BB80-9DDCA98CCAC3}">
      <dgm:prSet phldrT="[文本]"/>
      <dgm:spPr/>
      <dgm:t>
        <a:bodyPr/>
        <a:lstStyle/>
        <a:p>
          <a:r>
            <a:rPr lang="en-US" altLang="zh-CN" dirty="0"/>
            <a:t>university</a:t>
          </a:r>
          <a:endParaRPr lang="zh-CN" altLang="en-US" dirty="0"/>
        </a:p>
      </dgm:t>
    </dgm:pt>
    <dgm:pt modelId="{91005664-375F-324D-B894-7312ED53A37E}" type="parTrans" cxnId="{984FD6A3-312C-A345-BA4D-F798F4907813}">
      <dgm:prSet/>
      <dgm:spPr/>
      <dgm:t>
        <a:bodyPr/>
        <a:lstStyle/>
        <a:p>
          <a:endParaRPr lang="zh-CN" altLang="en-US"/>
        </a:p>
      </dgm:t>
    </dgm:pt>
    <dgm:pt modelId="{D549E066-47B8-3045-BB5C-7CDEC4D43F02}" type="sibTrans" cxnId="{984FD6A3-312C-A345-BA4D-F798F4907813}">
      <dgm:prSet/>
      <dgm:spPr/>
      <dgm:t>
        <a:bodyPr/>
        <a:lstStyle/>
        <a:p>
          <a:endParaRPr lang="zh-CN" altLang="en-US"/>
        </a:p>
      </dgm:t>
    </dgm:pt>
    <dgm:pt modelId="{430A0139-6DEB-534A-B6D3-937A22B046BE}">
      <dgm:prSet phldrT="[文本]"/>
      <dgm:spPr/>
      <dgm:t>
        <a:bodyPr/>
        <a:lstStyle/>
        <a:p>
          <a:r>
            <a:rPr lang="en-US" altLang="zh-CN" u="sng" dirty="0"/>
            <a:t>name</a:t>
          </a:r>
          <a:endParaRPr lang="zh-CN" altLang="en-US" u="sng" dirty="0"/>
        </a:p>
      </dgm:t>
    </dgm:pt>
    <dgm:pt modelId="{DCF0F629-3665-3C4A-8272-F7CED9520509}" type="parTrans" cxnId="{613C7AC2-A849-5447-BE45-9B3B8F3B8A13}">
      <dgm:prSet/>
      <dgm:spPr/>
      <dgm:t>
        <a:bodyPr/>
        <a:lstStyle/>
        <a:p>
          <a:endParaRPr lang="zh-CN" altLang="en-US"/>
        </a:p>
      </dgm:t>
    </dgm:pt>
    <dgm:pt modelId="{622D418F-A1B6-6A44-8413-96E2311ABD2B}" type="sibTrans" cxnId="{613C7AC2-A849-5447-BE45-9B3B8F3B8A13}">
      <dgm:prSet/>
      <dgm:spPr/>
      <dgm:t>
        <a:bodyPr/>
        <a:lstStyle/>
        <a:p>
          <a:endParaRPr lang="zh-CN" altLang="en-US"/>
        </a:p>
      </dgm:t>
    </dgm:pt>
    <dgm:pt modelId="{20F3E2E4-954C-3649-951E-8EFF5886B847}">
      <dgm:prSet phldrT="[文本]"/>
      <dgm:spPr/>
      <dgm:t>
        <a:bodyPr/>
        <a:lstStyle/>
        <a:p>
          <a:r>
            <a:rPr lang="en-US" altLang="zh-CN" dirty="0" err="1"/>
            <a:t>at_date</a:t>
          </a:r>
          <a:endParaRPr lang="zh-CN" altLang="en-US" dirty="0"/>
        </a:p>
      </dgm:t>
    </dgm:pt>
    <dgm:pt modelId="{8F6E6D69-2650-4B46-9365-807A24797EBA}" type="parTrans" cxnId="{CB4C27EF-69AF-074C-89E9-ADA14A5A364E}">
      <dgm:prSet/>
      <dgm:spPr/>
      <dgm:t>
        <a:bodyPr/>
        <a:lstStyle/>
        <a:p>
          <a:endParaRPr lang="zh-CN" altLang="en-US"/>
        </a:p>
      </dgm:t>
    </dgm:pt>
    <dgm:pt modelId="{67A0470A-D37C-344A-AD98-F71CEA4FC974}" type="sibTrans" cxnId="{CB4C27EF-69AF-074C-89E9-ADA14A5A364E}">
      <dgm:prSet/>
      <dgm:spPr/>
      <dgm:t>
        <a:bodyPr/>
        <a:lstStyle/>
        <a:p>
          <a:endParaRPr lang="zh-CN" altLang="en-US"/>
        </a:p>
      </dgm:t>
    </dgm:pt>
    <dgm:pt modelId="{70E7512C-D619-A440-983E-155265B0E4CD}">
      <dgm:prSet phldrT="[文本]"/>
      <dgm:spPr/>
      <dgm:t>
        <a:bodyPr/>
        <a:lstStyle/>
        <a:p>
          <a:r>
            <a:rPr lang="en-US" altLang="zh-CN" dirty="0" err="1"/>
            <a:t>g_date</a:t>
          </a:r>
          <a:endParaRPr lang="zh-CN" altLang="en-US" dirty="0"/>
        </a:p>
      </dgm:t>
    </dgm:pt>
    <dgm:pt modelId="{71E02441-72C1-AC42-BAB2-A650A3C358C3}" type="parTrans" cxnId="{063D41D9-34C5-1940-A15B-13D1A13B8D2A}">
      <dgm:prSet/>
      <dgm:spPr/>
      <dgm:t>
        <a:bodyPr/>
        <a:lstStyle/>
        <a:p>
          <a:endParaRPr lang="zh-CN" altLang="en-US"/>
        </a:p>
      </dgm:t>
    </dgm:pt>
    <dgm:pt modelId="{AE23559C-6817-314F-AFA5-66DB6A6710AF}" type="sibTrans" cxnId="{063D41D9-34C5-1940-A15B-13D1A13B8D2A}">
      <dgm:prSet/>
      <dgm:spPr/>
      <dgm:t>
        <a:bodyPr/>
        <a:lstStyle/>
        <a:p>
          <a:endParaRPr lang="zh-CN" altLang="en-US"/>
        </a:p>
      </dgm:t>
    </dgm:pt>
    <dgm:pt modelId="{03598974-268C-8B47-B908-9BE4B14D4547}" type="pres">
      <dgm:prSet presAssocID="{185E6318-FF4D-474D-BCBB-265BCA02689C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B435973E-9458-DF49-81BE-9203ED04CFE3}" type="pres">
      <dgm:prSet presAssocID="{705F9E9D-4084-454B-BB80-9DDCA98CCAC3}" presName="singleCycle" presStyleCnt="0"/>
      <dgm:spPr/>
    </dgm:pt>
    <dgm:pt modelId="{E47FF3A0-439F-B54B-9A95-69B0EA530F2B}" type="pres">
      <dgm:prSet presAssocID="{705F9E9D-4084-454B-BB80-9DDCA98CCAC3}" presName="singleCenter" presStyleLbl="node1" presStyleIdx="0" presStyleCnt="4" custLinFactNeighborX="-27430" custLinFactNeighborY="-5841">
        <dgm:presLayoutVars>
          <dgm:chMax val="7"/>
          <dgm:chPref val="7"/>
        </dgm:presLayoutVars>
      </dgm:prSet>
      <dgm:spPr/>
    </dgm:pt>
    <dgm:pt modelId="{B3B85E70-ED73-8E4C-A66F-49C2A7041374}" type="pres">
      <dgm:prSet presAssocID="{DCF0F629-3665-3C4A-8272-F7CED9520509}" presName="Name56" presStyleLbl="parChTrans1D2" presStyleIdx="0" presStyleCnt="3"/>
      <dgm:spPr/>
    </dgm:pt>
    <dgm:pt modelId="{C387E819-A405-B343-9BB4-A824BF35497E}" type="pres">
      <dgm:prSet presAssocID="{430A0139-6DEB-534A-B6D3-937A22B046BE}" presName="text0" presStyleLbl="node1" presStyleIdx="1" presStyleCnt="4" custRadScaleRad="19585" custRadScaleInc="76895">
        <dgm:presLayoutVars>
          <dgm:bulletEnabled val="1"/>
        </dgm:presLayoutVars>
      </dgm:prSet>
      <dgm:spPr>
        <a:prstGeom prst="ellipse">
          <a:avLst/>
        </a:prstGeom>
      </dgm:spPr>
    </dgm:pt>
    <dgm:pt modelId="{547B6186-2376-5447-AE8B-B39E41239AAE}" type="pres">
      <dgm:prSet presAssocID="{8F6E6D69-2650-4B46-9365-807A24797EBA}" presName="Name56" presStyleLbl="parChTrans1D2" presStyleIdx="1" presStyleCnt="3"/>
      <dgm:spPr/>
    </dgm:pt>
    <dgm:pt modelId="{8918B92B-48B1-334D-8BE4-E2D6776786C4}" type="pres">
      <dgm:prSet presAssocID="{20F3E2E4-954C-3649-951E-8EFF5886B847}" presName="text0" presStyleLbl="node1" presStyleIdx="2" presStyleCnt="4" custRadScaleRad="92160" custRadScaleInc="187765">
        <dgm:presLayoutVars>
          <dgm:bulletEnabled val="1"/>
        </dgm:presLayoutVars>
      </dgm:prSet>
      <dgm:spPr>
        <a:prstGeom prst="ellipse">
          <a:avLst/>
        </a:prstGeom>
      </dgm:spPr>
    </dgm:pt>
    <dgm:pt modelId="{E6E21981-BFD7-E441-97CC-65CDE50268D8}" type="pres">
      <dgm:prSet presAssocID="{71E02441-72C1-AC42-BAB2-A650A3C358C3}" presName="Name56" presStyleLbl="parChTrans1D2" presStyleIdx="2" presStyleCnt="3"/>
      <dgm:spPr/>
    </dgm:pt>
    <dgm:pt modelId="{1F76BB08-D7CB-2F43-AFEE-ED95828D4639}" type="pres">
      <dgm:prSet presAssocID="{70E7512C-D619-A440-983E-155265B0E4CD}" presName="text0" presStyleLbl="node1" presStyleIdx="3" presStyleCnt="4" custRadScaleRad="62979" custRadScaleInc="-66998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2BD59114-D8C4-4144-8C9D-727AEB4B4747}" type="presOf" srcId="{185E6318-FF4D-474D-BCBB-265BCA02689C}" destId="{03598974-268C-8B47-B908-9BE4B14D4547}" srcOrd="0" destOrd="0" presId="urn:microsoft.com/office/officeart/2008/layout/RadialCluster"/>
    <dgm:cxn modelId="{C43DB440-02D5-EB4F-9CFB-F77E28B79E6A}" type="presOf" srcId="{DCF0F629-3665-3C4A-8272-F7CED9520509}" destId="{B3B85E70-ED73-8E4C-A66F-49C2A7041374}" srcOrd="0" destOrd="0" presId="urn:microsoft.com/office/officeart/2008/layout/RadialCluster"/>
    <dgm:cxn modelId="{BED3CC4D-CAE7-9A4C-97FE-8BA10F054D3C}" type="presOf" srcId="{430A0139-6DEB-534A-B6D3-937A22B046BE}" destId="{C387E819-A405-B343-9BB4-A824BF35497E}" srcOrd="0" destOrd="0" presId="urn:microsoft.com/office/officeart/2008/layout/RadialCluster"/>
    <dgm:cxn modelId="{D8E95A6F-C15C-1C4B-9072-26913E9FACE6}" type="presOf" srcId="{71E02441-72C1-AC42-BAB2-A650A3C358C3}" destId="{E6E21981-BFD7-E441-97CC-65CDE50268D8}" srcOrd="0" destOrd="0" presId="urn:microsoft.com/office/officeart/2008/layout/RadialCluster"/>
    <dgm:cxn modelId="{984FD6A3-312C-A345-BA4D-F798F4907813}" srcId="{185E6318-FF4D-474D-BCBB-265BCA02689C}" destId="{705F9E9D-4084-454B-BB80-9DDCA98CCAC3}" srcOrd="0" destOrd="0" parTransId="{91005664-375F-324D-B894-7312ED53A37E}" sibTransId="{D549E066-47B8-3045-BB5C-7CDEC4D43F02}"/>
    <dgm:cxn modelId="{D45B56A9-FA7E-EB4A-BBE7-72C8F0DEA93B}" type="presOf" srcId="{70E7512C-D619-A440-983E-155265B0E4CD}" destId="{1F76BB08-D7CB-2F43-AFEE-ED95828D4639}" srcOrd="0" destOrd="0" presId="urn:microsoft.com/office/officeart/2008/layout/RadialCluster"/>
    <dgm:cxn modelId="{613C7AC2-A849-5447-BE45-9B3B8F3B8A13}" srcId="{705F9E9D-4084-454B-BB80-9DDCA98CCAC3}" destId="{430A0139-6DEB-534A-B6D3-937A22B046BE}" srcOrd="0" destOrd="0" parTransId="{DCF0F629-3665-3C4A-8272-F7CED9520509}" sibTransId="{622D418F-A1B6-6A44-8413-96E2311ABD2B}"/>
    <dgm:cxn modelId="{063D41D9-34C5-1940-A15B-13D1A13B8D2A}" srcId="{705F9E9D-4084-454B-BB80-9DDCA98CCAC3}" destId="{70E7512C-D619-A440-983E-155265B0E4CD}" srcOrd="2" destOrd="0" parTransId="{71E02441-72C1-AC42-BAB2-A650A3C358C3}" sibTransId="{AE23559C-6817-314F-AFA5-66DB6A6710AF}"/>
    <dgm:cxn modelId="{CB4C27EF-69AF-074C-89E9-ADA14A5A364E}" srcId="{705F9E9D-4084-454B-BB80-9DDCA98CCAC3}" destId="{20F3E2E4-954C-3649-951E-8EFF5886B847}" srcOrd="1" destOrd="0" parTransId="{8F6E6D69-2650-4B46-9365-807A24797EBA}" sibTransId="{67A0470A-D37C-344A-AD98-F71CEA4FC974}"/>
    <dgm:cxn modelId="{81C5C0F2-5B3F-BE4C-8EBB-A64B765CBE7C}" type="presOf" srcId="{705F9E9D-4084-454B-BB80-9DDCA98CCAC3}" destId="{E47FF3A0-439F-B54B-9A95-69B0EA530F2B}" srcOrd="0" destOrd="0" presId="urn:microsoft.com/office/officeart/2008/layout/RadialCluster"/>
    <dgm:cxn modelId="{CDA232F7-E96A-5F4F-A426-79743421677A}" type="presOf" srcId="{8F6E6D69-2650-4B46-9365-807A24797EBA}" destId="{547B6186-2376-5447-AE8B-B39E41239AAE}" srcOrd="0" destOrd="0" presId="urn:microsoft.com/office/officeart/2008/layout/RadialCluster"/>
    <dgm:cxn modelId="{838144F7-AAE0-7B45-91E1-9F195DDC6149}" type="presOf" srcId="{20F3E2E4-954C-3649-951E-8EFF5886B847}" destId="{8918B92B-48B1-334D-8BE4-E2D6776786C4}" srcOrd="0" destOrd="0" presId="urn:microsoft.com/office/officeart/2008/layout/RadialCluster"/>
    <dgm:cxn modelId="{D82B415D-C1F8-9649-84F4-82A309CC6F60}" type="presParOf" srcId="{03598974-268C-8B47-B908-9BE4B14D4547}" destId="{B435973E-9458-DF49-81BE-9203ED04CFE3}" srcOrd="0" destOrd="0" presId="urn:microsoft.com/office/officeart/2008/layout/RadialCluster"/>
    <dgm:cxn modelId="{397A7A3B-3EE9-D34A-A736-B06F265175E0}" type="presParOf" srcId="{B435973E-9458-DF49-81BE-9203ED04CFE3}" destId="{E47FF3A0-439F-B54B-9A95-69B0EA530F2B}" srcOrd="0" destOrd="0" presId="urn:microsoft.com/office/officeart/2008/layout/RadialCluster"/>
    <dgm:cxn modelId="{DC2610D0-BB82-2040-9D40-561C2728999B}" type="presParOf" srcId="{B435973E-9458-DF49-81BE-9203ED04CFE3}" destId="{B3B85E70-ED73-8E4C-A66F-49C2A7041374}" srcOrd="1" destOrd="0" presId="urn:microsoft.com/office/officeart/2008/layout/RadialCluster"/>
    <dgm:cxn modelId="{79FEFA09-2C3F-FF45-A39F-38DEBED46B84}" type="presParOf" srcId="{B435973E-9458-DF49-81BE-9203ED04CFE3}" destId="{C387E819-A405-B343-9BB4-A824BF35497E}" srcOrd="2" destOrd="0" presId="urn:microsoft.com/office/officeart/2008/layout/RadialCluster"/>
    <dgm:cxn modelId="{2135D794-8557-C742-8C24-13F534A3BA51}" type="presParOf" srcId="{B435973E-9458-DF49-81BE-9203ED04CFE3}" destId="{547B6186-2376-5447-AE8B-B39E41239AAE}" srcOrd="3" destOrd="0" presId="urn:microsoft.com/office/officeart/2008/layout/RadialCluster"/>
    <dgm:cxn modelId="{2F543276-338B-0F47-B6DF-A3DEC0A8A37C}" type="presParOf" srcId="{B435973E-9458-DF49-81BE-9203ED04CFE3}" destId="{8918B92B-48B1-334D-8BE4-E2D6776786C4}" srcOrd="4" destOrd="0" presId="urn:microsoft.com/office/officeart/2008/layout/RadialCluster"/>
    <dgm:cxn modelId="{9B241FB3-A7E9-714F-9ECD-06CB244467AE}" type="presParOf" srcId="{B435973E-9458-DF49-81BE-9203ED04CFE3}" destId="{E6E21981-BFD7-E441-97CC-65CDE50268D8}" srcOrd="5" destOrd="0" presId="urn:microsoft.com/office/officeart/2008/layout/RadialCluster"/>
    <dgm:cxn modelId="{244CCADC-224B-C948-8A49-E55F581C41B8}" type="presParOf" srcId="{B435973E-9458-DF49-81BE-9203ED04CFE3}" destId="{1F76BB08-D7CB-2F43-AFEE-ED95828D4639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4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85E6318-FF4D-474D-BCBB-265BCA02689C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05F9E9D-4084-454B-BB80-9DDCA98CCAC3}">
      <dgm:prSet phldrT="[文本]"/>
      <dgm:spPr/>
      <dgm:t>
        <a:bodyPr/>
        <a:lstStyle/>
        <a:p>
          <a:r>
            <a:rPr lang="en-US" altLang="zh-CN" dirty="0"/>
            <a:t>course</a:t>
          </a:r>
          <a:endParaRPr lang="zh-CN" altLang="en-US" dirty="0"/>
        </a:p>
      </dgm:t>
    </dgm:pt>
    <dgm:pt modelId="{91005664-375F-324D-B894-7312ED53A37E}" type="parTrans" cxnId="{984FD6A3-312C-A345-BA4D-F798F4907813}">
      <dgm:prSet/>
      <dgm:spPr/>
      <dgm:t>
        <a:bodyPr/>
        <a:lstStyle/>
        <a:p>
          <a:endParaRPr lang="zh-CN" altLang="en-US"/>
        </a:p>
      </dgm:t>
    </dgm:pt>
    <dgm:pt modelId="{D549E066-47B8-3045-BB5C-7CDEC4D43F02}" type="sibTrans" cxnId="{984FD6A3-312C-A345-BA4D-F798F4907813}">
      <dgm:prSet/>
      <dgm:spPr/>
      <dgm:t>
        <a:bodyPr/>
        <a:lstStyle/>
        <a:p>
          <a:endParaRPr lang="zh-CN" altLang="en-US"/>
        </a:p>
      </dgm:t>
    </dgm:pt>
    <dgm:pt modelId="{430A0139-6DEB-534A-B6D3-937A22B046BE}">
      <dgm:prSet phldrT="[文本]" custT="1"/>
      <dgm:spPr/>
      <dgm:t>
        <a:bodyPr/>
        <a:lstStyle/>
        <a:p>
          <a:r>
            <a:rPr lang="en-US" altLang="zh-CN" sz="1000" u="sng" dirty="0" err="1"/>
            <a:t>course_num</a:t>
          </a:r>
          <a:endParaRPr lang="zh-CN" altLang="en-US" sz="1000" u="sng" dirty="0"/>
        </a:p>
      </dgm:t>
    </dgm:pt>
    <dgm:pt modelId="{DCF0F629-3665-3C4A-8272-F7CED9520509}" type="parTrans" cxnId="{613C7AC2-A849-5447-BE45-9B3B8F3B8A13}">
      <dgm:prSet/>
      <dgm:spPr/>
      <dgm:t>
        <a:bodyPr/>
        <a:lstStyle/>
        <a:p>
          <a:endParaRPr lang="zh-CN" altLang="en-US"/>
        </a:p>
      </dgm:t>
    </dgm:pt>
    <dgm:pt modelId="{622D418F-A1B6-6A44-8413-96E2311ABD2B}" type="sibTrans" cxnId="{613C7AC2-A849-5447-BE45-9B3B8F3B8A13}">
      <dgm:prSet/>
      <dgm:spPr/>
      <dgm:t>
        <a:bodyPr/>
        <a:lstStyle/>
        <a:p>
          <a:endParaRPr lang="zh-CN" altLang="en-US"/>
        </a:p>
      </dgm:t>
    </dgm:pt>
    <dgm:pt modelId="{20F3E2E4-954C-3649-951E-8EFF5886B847}">
      <dgm:prSet phldrT="[文本]"/>
      <dgm:spPr/>
      <dgm:t>
        <a:bodyPr/>
        <a:lstStyle/>
        <a:p>
          <a:r>
            <a:rPr lang="en-US" altLang="zh-CN" dirty="0"/>
            <a:t>credits</a:t>
          </a:r>
          <a:endParaRPr lang="zh-CN" altLang="en-US" dirty="0"/>
        </a:p>
      </dgm:t>
    </dgm:pt>
    <dgm:pt modelId="{8F6E6D69-2650-4B46-9365-807A24797EBA}" type="parTrans" cxnId="{CB4C27EF-69AF-074C-89E9-ADA14A5A364E}">
      <dgm:prSet/>
      <dgm:spPr/>
      <dgm:t>
        <a:bodyPr/>
        <a:lstStyle/>
        <a:p>
          <a:endParaRPr lang="zh-CN" altLang="en-US"/>
        </a:p>
      </dgm:t>
    </dgm:pt>
    <dgm:pt modelId="{67A0470A-D37C-344A-AD98-F71CEA4FC974}" type="sibTrans" cxnId="{CB4C27EF-69AF-074C-89E9-ADA14A5A364E}">
      <dgm:prSet/>
      <dgm:spPr/>
      <dgm:t>
        <a:bodyPr/>
        <a:lstStyle/>
        <a:p>
          <a:endParaRPr lang="zh-CN" altLang="en-US"/>
        </a:p>
      </dgm:t>
    </dgm:pt>
    <dgm:pt modelId="{70E7512C-D619-A440-983E-155265B0E4CD}">
      <dgm:prSet phldrT="[文本]"/>
      <dgm:spPr/>
      <dgm:t>
        <a:bodyPr/>
        <a:lstStyle/>
        <a:p>
          <a:r>
            <a:rPr lang="en-US" altLang="zh-CN" dirty="0"/>
            <a:t>syllabus</a:t>
          </a:r>
          <a:endParaRPr lang="zh-CN" altLang="en-US" dirty="0"/>
        </a:p>
      </dgm:t>
    </dgm:pt>
    <dgm:pt modelId="{71E02441-72C1-AC42-BAB2-A650A3C358C3}" type="parTrans" cxnId="{063D41D9-34C5-1940-A15B-13D1A13B8D2A}">
      <dgm:prSet/>
      <dgm:spPr/>
      <dgm:t>
        <a:bodyPr/>
        <a:lstStyle/>
        <a:p>
          <a:endParaRPr lang="zh-CN" altLang="en-US"/>
        </a:p>
      </dgm:t>
    </dgm:pt>
    <dgm:pt modelId="{AE23559C-6817-314F-AFA5-66DB6A6710AF}" type="sibTrans" cxnId="{063D41D9-34C5-1940-A15B-13D1A13B8D2A}">
      <dgm:prSet/>
      <dgm:spPr/>
      <dgm:t>
        <a:bodyPr/>
        <a:lstStyle/>
        <a:p>
          <a:endParaRPr lang="zh-CN" altLang="en-US"/>
        </a:p>
      </dgm:t>
    </dgm:pt>
    <dgm:pt modelId="{A2617985-D9CD-864E-A8B9-7B91D77025FF}">
      <dgm:prSet phldrT="[文本]"/>
      <dgm:spPr/>
      <dgm:t>
        <a:bodyPr/>
        <a:lstStyle/>
        <a:p>
          <a:r>
            <a:rPr lang="en-US" altLang="zh-CN" dirty="0"/>
            <a:t>title</a:t>
          </a:r>
          <a:endParaRPr lang="zh-CN" altLang="en-US" dirty="0"/>
        </a:p>
      </dgm:t>
    </dgm:pt>
    <dgm:pt modelId="{190AE56F-4838-A641-8073-0694D48840E0}" type="parTrans" cxnId="{C3CE4AAA-76C9-514F-A2E9-CDFF1A10368A}">
      <dgm:prSet/>
      <dgm:spPr/>
      <dgm:t>
        <a:bodyPr/>
        <a:lstStyle/>
        <a:p>
          <a:endParaRPr lang="zh-CN" altLang="en-US"/>
        </a:p>
      </dgm:t>
    </dgm:pt>
    <dgm:pt modelId="{6398B29A-7007-7A4E-9CA9-A2E78B1F84D1}" type="sibTrans" cxnId="{C3CE4AAA-76C9-514F-A2E9-CDFF1A10368A}">
      <dgm:prSet/>
      <dgm:spPr/>
      <dgm:t>
        <a:bodyPr/>
        <a:lstStyle/>
        <a:p>
          <a:endParaRPr lang="zh-CN" altLang="en-US"/>
        </a:p>
      </dgm:t>
    </dgm:pt>
    <dgm:pt modelId="{03598974-268C-8B47-B908-9BE4B14D4547}" type="pres">
      <dgm:prSet presAssocID="{185E6318-FF4D-474D-BCBB-265BCA02689C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B435973E-9458-DF49-81BE-9203ED04CFE3}" type="pres">
      <dgm:prSet presAssocID="{705F9E9D-4084-454B-BB80-9DDCA98CCAC3}" presName="singleCycle" presStyleCnt="0"/>
      <dgm:spPr/>
    </dgm:pt>
    <dgm:pt modelId="{E47FF3A0-439F-B54B-9A95-69B0EA530F2B}" type="pres">
      <dgm:prSet presAssocID="{705F9E9D-4084-454B-BB80-9DDCA98CCAC3}" presName="singleCenter" presStyleLbl="node1" presStyleIdx="0" presStyleCnt="5" custLinFactNeighborX="9233" custLinFactNeighborY="-7365">
        <dgm:presLayoutVars>
          <dgm:chMax val="7"/>
          <dgm:chPref val="7"/>
        </dgm:presLayoutVars>
      </dgm:prSet>
      <dgm:spPr/>
    </dgm:pt>
    <dgm:pt modelId="{B3B85E70-ED73-8E4C-A66F-49C2A7041374}" type="pres">
      <dgm:prSet presAssocID="{DCF0F629-3665-3C4A-8272-F7CED9520509}" presName="Name56" presStyleLbl="parChTrans1D2" presStyleIdx="0" presStyleCnt="4"/>
      <dgm:spPr/>
    </dgm:pt>
    <dgm:pt modelId="{C387E819-A405-B343-9BB4-A824BF35497E}" type="pres">
      <dgm:prSet presAssocID="{430A0139-6DEB-534A-B6D3-937A22B046BE}" presName="text0" presStyleLbl="node1" presStyleIdx="1" presStyleCnt="5" custScaleX="209399" custRadScaleRad="91562" custRadScaleInc="20074">
        <dgm:presLayoutVars>
          <dgm:bulletEnabled val="1"/>
        </dgm:presLayoutVars>
      </dgm:prSet>
      <dgm:spPr>
        <a:prstGeom prst="ellipse">
          <a:avLst/>
        </a:prstGeom>
      </dgm:spPr>
    </dgm:pt>
    <dgm:pt modelId="{547B6186-2376-5447-AE8B-B39E41239AAE}" type="pres">
      <dgm:prSet presAssocID="{8F6E6D69-2650-4B46-9365-807A24797EBA}" presName="Name56" presStyleLbl="parChTrans1D2" presStyleIdx="1" presStyleCnt="4"/>
      <dgm:spPr/>
    </dgm:pt>
    <dgm:pt modelId="{8918B92B-48B1-334D-8BE4-E2D6776786C4}" type="pres">
      <dgm:prSet presAssocID="{20F3E2E4-954C-3649-951E-8EFF5886B847}" presName="text0" presStyleLbl="node1" presStyleIdx="2" presStyleCnt="5" custRadScaleRad="93767" custRadScaleInc="300609">
        <dgm:presLayoutVars>
          <dgm:bulletEnabled val="1"/>
        </dgm:presLayoutVars>
      </dgm:prSet>
      <dgm:spPr>
        <a:prstGeom prst="ellipse">
          <a:avLst/>
        </a:prstGeom>
      </dgm:spPr>
    </dgm:pt>
    <dgm:pt modelId="{E6E21981-BFD7-E441-97CC-65CDE50268D8}" type="pres">
      <dgm:prSet presAssocID="{71E02441-72C1-AC42-BAB2-A650A3C358C3}" presName="Name56" presStyleLbl="parChTrans1D2" presStyleIdx="2" presStyleCnt="4"/>
      <dgm:spPr/>
    </dgm:pt>
    <dgm:pt modelId="{1F76BB08-D7CB-2F43-AFEE-ED95828D4639}" type="pres">
      <dgm:prSet presAssocID="{70E7512C-D619-A440-983E-155265B0E4CD}" presName="text0" presStyleLbl="node1" presStyleIdx="3" presStyleCnt="5" custRadScaleRad="90625" custRadScaleInc="187787">
        <dgm:presLayoutVars>
          <dgm:bulletEnabled val="1"/>
        </dgm:presLayoutVars>
      </dgm:prSet>
      <dgm:spPr>
        <a:prstGeom prst="ellipse">
          <a:avLst/>
        </a:prstGeom>
      </dgm:spPr>
    </dgm:pt>
    <dgm:pt modelId="{B0D9A561-B3D1-824B-BD02-2F71E4D68931}" type="pres">
      <dgm:prSet presAssocID="{190AE56F-4838-A641-8073-0694D48840E0}" presName="Name56" presStyleLbl="parChTrans1D2" presStyleIdx="3" presStyleCnt="4"/>
      <dgm:spPr/>
    </dgm:pt>
    <dgm:pt modelId="{402A7FCF-3F6F-4A4E-B1F4-04303E1CA4DB}" type="pres">
      <dgm:prSet presAssocID="{A2617985-D9CD-864E-A8B9-7B91D77025FF}" presName="text0" presStyleLbl="node1" presStyleIdx="4" presStyleCnt="5" custRadScaleRad="103776" custRadScaleInc="49322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2BD59114-D8C4-4144-8C9D-727AEB4B4747}" type="presOf" srcId="{185E6318-FF4D-474D-BCBB-265BCA02689C}" destId="{03598974-268C-8B47-B908-9BE4B14D4547}" srcOrd="0" destOrd="0" presId="urn:microsoft.com/office/officeart/2008/layout/RadialCluster"/>
    <dgm:cxn modelId="{AC8A1735-BFDB-424F-B1B0-9A48ED23F853}" type="presOf" srcId="{190AE56F-4838-A641-8073-0694D48840E0}" destId="{B0D9A561-B3D1-824B-BD02-2F71E4D68931}" srcOrd="0" destOrd="0" presId="urn:microsoft.com/office/officeart/2008/layout/RadialCluster"/>
    <dgm:cxn modelId="{C43DB440-02D5-EB4F-9CFB-F77E28B79E6A}" type="presOf" srcId="{DCF0F629-3665-3C4A-8272-F7CED9520509}" destId="{B3B85E70-ED73-8E4C-A66F-49C2A7041374}" srcOrd="0" destOrd="0" presId="urn:microsoft.com/office/officeart/2008/layout/RadialCluster"/>
    <dgm:cxn modelId="{BED3CC4D-CAE7-9A4C-97FE-8BA10F054D3C}" type="presOf" srcId="{430A0139-6DEB-534A-B6D3-937A22B046BE}" destId="{C387E819-A405-B343-9BB4-A824BF35497E}" srcOrd="0" destOrd="0" presId="urn:microsoft.com/office/officeart/2008/layout/RadialCluster"/>
    <dgm:cxn modelId="{D8E95A6F-C15C-1C4B-9072-26913E9FACE6}" type="presOf" srcId="{71E02441-72C1-AC42-BAB2-A650A3C358C3}" destId="{E6E21981-BFD7-E441-97CC-65CDE50268D8}" srcOrd="0" destOrd="0" presId="urn:microsoft.com/office/officeart/2008/layout/RadialCluster"/>
    <dgm:cxn modelId="{A7467571-1D36-024E-B111-C2E55CFA5DAB}" type="presOf" srcId="{A2617985-D9CD-864E-A8B9-7B91D77025FF}" destId="{402A7FCF-3F6F-4A4E-B1F4-04303E1CA4DB}" srcOrd="0" destOrd="0" presId="urn:microsoft.com/office/officeart/2008/layout/RadialCluster"/>
    <dgm:cxn modelId="{984FD6A3-312C-A345-BA4D-F798F4907813}" srcId="{185E6318-FF4D-474D-BCBB-265BCA02689C}" destId="{705F9E9D-4084-454B-BB80-9DDCA98CCAC3}" srcOrd="0" destOrd="0" parTransId="{91005664-375F-324D-B894-7312ED53A37E}" sibTransId="{D549E066-47B8-3045-BB5C-7CDEC4D43F02}"/>
    <dgm:cxn modelId="{D45B56A9-FA7E-EB4A-BBE7-72C8F0DEA93B}" type="presOf" srcId="{70E7512C-D619-A440-983E-155265B0E4CD}" destId="{1F76BB08-D7CB-2F43-AFEE-ED95828D4639}" srcOrd="0" destOrd="0" presId="urn:microsoft.com/office/officeart/2008/layout/RadialCluster"/>
    <dgm:cxn modelId="{C3CE4AAA-76C9-514F-A2E9-CDFF1A10368A}" srcId="{705F9E9D-4084-454B-BB80-9DDCA98CCAC3}" destId="{A2617985-D9CD-864E-A8B9-7B91D77025FF}" srcOrd="3" destOrd="0" parTransId="{190AE56F-4838-A641-8073-0694D48840E0}" sibTransId="{6398B29A-7007-7A4E-9CA9-A2E78B1F84D1}"/>
    <dgm:cxn modelId="{613C7AC2-A849-5447-BE45-9B3B8F3B8A13}" srcId="{705F9E9D-4084-454B-BB80-9DDCA98CCAC3}" destId="{430A0139-6DEB-534A-B6D3-937A22B046BE}" srcOrd="0" destOrd="0" parTransId="{DCF0F629-3665-3C4A-8272-F7CED9520509}" sibTransId="{622D418F-A1B6-6A44-8413-96E2311ABD2B}"/>
    <dgm:cxn modelId="{063D41D9-34C5-1940-A15B-13D1A13B8D2A}" srcId="{705F9E9D-4084-454B-BB80-9DDCA98CCAC3}" destId="{70E7512C-D619-A440-983E-155265B0E4CD}" srcOrd="2" destOrd="0" parTransId="{71E02441-72C1-AC42-BAB2-A650A3C358C3}" sibTransId="{AE23559C-6817-314F-AFA5-66DB6A6710AF}"/>
    <dgm:cxn modelId="{CB4C27EF-69AF-074C-89E9-ADA14A5A364E}" srcId="{705F9E9D-4084-454B-BB80-9DDCA98CCAC3}" destId="{20F3E2E4-954C-3649-951E-8EFF5886B847}" srcOrd="1" destOrd="0" parTransId="{8F6E6D69-2650-4B46-9365-807A24797EBA}" sibTransId="{67A0470A-D37C-344A-AD98-F71CEA4FC974}"/>
    <dgm:cxn modelId="{81C5C0F2-5B3F-BE4C-8EBB-A64B765CBE7C}" type="presOf" srcId="{705F9E9D-4084-454B-BB80-9DDCA98CCAC3}" destId="{E47FF3A0-439F-B54B-9A95-69B0EA530F2B}" srcOrd="0" destOrd="0" presId="urn:microsoft.com/office/officeart/2008/layout/RadialCluster"/>
    <dgm:cxn modelId="{CDA232F7-E96A-5F4F-A426-79743421677A}" type="presOf" srcId="{8F6E6D69-2650-4B46-9365-807A24797EBA}" destId="{547B6186-2376-5447-AE8B-B39E41239AAE}" srcOrd="0" destOrd="0" presId="urn:microsoft.com/office/officeart/2008/layout/RadialCluster"/>
    <dgm:cxn modelId="{838144F7-AAE0-7B45-91E1-9F195DDC6149}" type="presOf" srcId="{20F3E2E4-954C-3649-951E-8EFF5886B847}" destId="{8918B92B-48B1-334D-8BE4-E2D6776786C4}" srcOrd="0" destOrd="0" presId="urn:microsoft.com/office/officeart/2008/layout/RadialCluster"/>
    <dgm:cxn modelId="{D82B415D-C1F8-9649-84F4-82A309CC6F60}" type="presParOf" srcId="{03598974-268C-8B47-B908-9BE4B14D4547}" destId="{B435973E-9458-DF49-81BE-9203ED04CFE3}" srcOrd="0" destOrd="0" presId="urn:microsoft.com/office/officeart/2008/layout/RadialCluster"/>
    <dgm:cxn modelId="{397A7A3B-3EE9-D34A-A736-B06F265175E0}" type="presParOf" srcId="{B435973E-9458-DF49-81BE-9203ED04CFE3}" destId="{E47FF3A0-439F-B54B-9A95-69B0EA530F2B}" srcOrd="0" destOrd="0" presId="urn:microsoft.com/office/officeart/2008/layout/RadialCluster"/>
    <dgm:cxn modelId="{DC2610D0-BB82-2040-9D40-561C2728999B}" type="presParOf" srcId="{B435973E-9458-DF49-81BE-9203ED04CFE3}" destId="{B3B85E70-ED73-8E4C-A66F-49C2A7041374}" srcOrd="1" destOrd="0" presId="urn:microsoft.com/office/officeart/2008/layout/RadialCluster"/>
    <dgm:cxn modelId="{79FEFA09-2C3F-FF45-A39F-38DEBED46B84}" type="presParOf" srcId="{B435973E-9458-DF49-81BE-9203ED04CFE3}" destId="{C387E819-A405-B343-9BB4-A824BF35497E}" srcOrd="2" destOrd="0" presId="urn:microsoft.com/office/officeart/2008/layout/RadialCluster"/>
    <dgm:cxn modelId="{2135D794-8557-C742-8C24-13F534A3BA51}" type="presParOf" srcId="{B435973E-9458-DF49-81BE-9203ED04CFE3}" destId="{547B6186-2376-5447-AE8B-B39E41239AAE}" srcOrd="3" destOrd="0" presId="urn:microsoft.com/office/officeart/2008/layout/RadialCluster"/>
    <dgm:cxn modelId="{2F543276-338B-0F47-B6DF-A3DEC0A8A37C}" type="presParOf" srcId="{B435973E-9458-DF49-81BE-9203ED04CFE3}" destId="{8918B92B-48B1-334D-8BE4-E2D6776786C4}" srcOrd="4" destOrd="0" presId="urn:microsoft.com/office/officeart/2008/layout/RadialCluster"/>
    <dgm:cxn modelId="{9B241FB3-A7E9-714F-9ECD-06CB244467AE}" type="presParOf" srcId="{B435973E-9458-DF49-81BE-9203ED04CFE3}" destId="{E6E21981-BFD7-E441-97CC-65CDE50268D8}" srcOrd="5" destOrd="0" presId="urn:microsoft.com/office/officeart/2008/layout/RadialCluster"/>
    <dgm:cxn modelId="{244CCADC-224B-C948-8A49-E55F581C41B8}" type="presParOf" srcId="{B435973E-9458-DF49-81BE-9203ED04CFE3}" destId="{1F76BB08-D7CB-2F43-AFEE-ED95828D4639}" srcOrd="6" destOrd="0" presId="urn:microsoft.com/office/officeart/2008/layout/RadialCluster"/>
    <dgm:cxn modelId="{80FF8E3E-721B-D443-9ECF-2C4A8DB38C10}" type="presParOf" srcId="{B435973E-9458-DF49-81BE-9203ED04CFE3}" destId="{B0D9A561-B3D1-824B-BD02-2F71E4D68931}" srcOrd="7" destOrd="0" presId="urn:microsoft.com/office/officeart/2008/layout/RadialCluster"/>
    <dgm:cxn modelId="{0BCE36C7-F17D-B543-BE06-AF8493F5FB96}" type="presParOf" srcId="{B435973E-9458-DF49-81BE-9203ED04CFE3}" destId="{402A7FCF-3F6F-4A4E-B1F4-04303E1CA4DB}" srcOrd="8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CD00859-7B1F-C64B-AABB-C80FD2423C6A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3C53B1E-72B5-DA43-9903-4DF786AFB974}">
      <dgm:prSet phldrT="[文本]"/>
      <dgm:spPr/>
      <dgm:t>
        <a:bodyPr/>
        <a:lstStyle/>
        <a:p>
          <a:r>
            <a:rPr lang="en-US" altLang="zh-CN" dirty="0"/>
            <a:t>Course offering</a:t>
          </a:r>
          <a:endParaRPr lang="zh-CN" altLang="en-US" dirty="0"/>
        </a:p>
      </dgm:t>
    </dgm:pt>
    <dgm:pt modelId="{BA4ABBB4-6736-7D4A-956C-3B176EEFC871}" type="parTrans" cxnId="{92DAB531-8F8F-A445-A228-7DEDD92D8D80}">
      <dgm:prSet/>
      <dgm:spPr/>
      <dgm:t>
        <a:bodyPr/>
        <a:lstStyle/>
        <a:p>
          <a:endParaRPr lang="zh-CN" altLang="en-US"/>
        </a:p>
      </dgm:t>
    </dgm:pt>
    <dgm:pt modelId="{3F46D1E4-BBDA-1A46-B4D2-3DAF8FC4D3E1}" type="sibTrans" cxnId="{92DAB531-8F8F-A445-A228-7DEDD92D8D80}">
      <dgm:prSet/>
      <dgm:spPr/>
      <dgm:t>
        <a:bodyPr/>
        <a:lstStyle/>
        <a:p>
          <a:endParaRPr lang="zh-CN" altLang="en-US"/>
        </a:p>
      </dgm:t>
    </dgm:pt>
    <dgm:pt modelId="{E430F55C-EE10-5146-8D0B-2DB7B4D6F1E9}">
      <dgm:prSet phldrT="[文本]"/>
      <dgm:spPr/>
      <dgm:t>
        <a:bodyPr/>
        <a:lstStyle/>
        <a:p>
          <a:r>
            <a:rPr lang="en-US" altLang="zh-CN" u="sng" dirty="0" err="1"/>
            <a:t>of_id</a:t>
          </a:r>
          <a:endParaRPr lang="zh-CN" altLang="en-US" u="sng" dirty="0"/>
        </a:p>
      </dgm:t>
    </dgm:pt>
    <dgm:pt modelId="{39FE0B8C-5728-8D4D-8F2E-7CC685B7F058}" type="parTrans" cxnId="{DA264E18-365E-B648-8FA7-DF56519BB0B6}">
      <dgm:prSet/>
      <dgm:spPr/>
      <dgm:t>
        <a:bodyPr/>
        <a:lstStyle/>
        <a:p>
          <a:endParaRPr lang="zh-CN" altLang="en-US"/>
        </a:p>
      </dgm:t>
    </dgm:pt>
    <dgm:pt modelId="{75C77844-20C1-7147-86A4-AB93A120024D}" type="sibTrans" cxnId="{DA264E18-365E-B648-8FA7-DF56519BB0B6}">
      <dgm:prSet/>
      <dgm:spPr/>
      <dgm:t>
        <a:bodyPr/>
        <a:lstStyle/>
        <a:p>
          <a:endParaRPr lang="zh-CN" altLang="en-US"/>
        </a:p>
      </dgm:t>
    </dgm:pt>
    <dgm:pt modelId="{96323AD0-CA17-ED44-B564-482CC2E26069}">
      <dgm:prSet phldrT="[文本]"/>
      <dgm:spPr/>
      <dgm:t>
        <a:bodyPr/>
        <a:lstStyle/>
        <a:p>
          <a:r>
            <a:rPr lang="en-US" altLang="zh-CN" dirty="0"/>
            <a:t>year</a:t>
          </a:r>
          <a:endParaRPr lang="zh-CN" altLang="en-US" dirty="0"/>
        </a:p>
      </dgm:t>
    </dgm:pt>
    <dgm:pt modelId="{C77BD2EE-90F7-234D-9395-EC7522C48AF9}" type="parTrans" cxnId="{844E1AF2-10B6-B84A-952D-0EADCF47DE70}">
      <dgm:prSet/>
      <dgm:spPr/>
      <dgm:t>
        <a:bodyPr/>
        <a:lstStyle/>
        <a:p>
          <a:endParaRPr lang="zh-CN" altLang="en-US"/>
        </a:p>
      </dgm:t>
    </dgm:pt>
    <dgm:pt modelId="{9A1CFCC9-2858-B842-B4AD-18126F73D59A}" type="sibTrans" cxnId="{844E1AF2-10B6-B84A-952D-0EADCF47DE70}">
      <dgm:prSet/>
      <dgm:spPr/>
      <dgm:t>
        <a:bodyPr/>
        <a:lstStyle/>
        <a:p>
          <a:endParaRPr lang="zh-CN" altLang="en-US"/>
        </a:p>
      </dgm:t>
    </dgm:pt>
    <dgm:pt modelId="{A29AD5A2-A141-BE4C-BF1D-95D70986F075}">
      <dgm:prSet phldrT="[文本]"/>
      <dgm:spPr/>
      <dgm:t>
        <a:bodyPr/>
        <a:lstStyle/>
        <a:p>
          <a:r>
            <a:rPr lang="en-US" altLang="zh-CN" dirty="0" err="1"/>
            <a:t>course_num</a:t>
          </a:r>
          <a:endParaRPr lang="en-US" altLang="zh-CN" dirty="0"/>
        </a:p>
      </dgm:t>
    </dgm:pt>
    <dgm:pt modelId="{AB530A5D-CF0F-1148-BBB8-601E9E7EC0D3}" type="parTrans" cxnId="{890CF051-50B5-3E4B-8F02-10D690358037}">
      <dgm:prSet/>
      <dgm:spPr/>
      <dgm:t>
        <a:bodyPr/>
        <a:lstStyle/>
        <a:p>
          <a:endParaRPr lang="zh-CN" altLang="en-US"/>
        </a:p>
      </dgm:t>
    </dgm:pt>
    <dgm:pt modelId="{972F6333-907F-2447-8D24-AB68E8A3C758}" type="sibTrans" cxnId="{890CF051-50B5-3E4B-8F02-10D690358037}">
      <dgm:prSet/>
      <dgm:spPr/>
      <dgm:t>
        <a:bodyPr/>
        <a:lstStyle/>
        <a:p>
          <a:endParaRPr lang="zh-CN" altLang="en-US"/>
        </a:p>
      </dgm:t>
    </dgm:pt>
    <dgm:pt modelId="{679F5717-D487-6B4E-85D2-B0F693C7E6CE}">
      <dgm:prSet phldrT="[文本]"/>
      <dgm:spPr/>
      <dgm:t>
        <a:bodyPr/>
        <a:lstStyle/>
        <a:p>
          <a:r>
            <a:rPr lang="en-US" altLang="zh-CN" dirty="0"/>
            <a:t>semester</a:t>
          </a:r>
        </a:p>
      </dgm:t>
    </dgm:pt>
    <dgm:pt modelId="{521A3C35-4DFC-3B49-A33C-1A6E12C0095D}" type="parTrans" cxnId="{E574232B-8F35-1745-B208-706727A150A6}">
      <dgm:prSet/>
      <dgm:spPr/>
      <dgm:t>
        <a:bodyPr/>
        <a:lstStyle/>
        <a:p>
          <a:endParaRPr lang="zh-CN" altLang="en-US"/>
        </a:p>
      </dgm:t>
    </dgm:pt>
    <dgm:pt modelId="{8E6184F1-46EA-EB42-866B-D564E0F1F2AD}" type="sibTrans" cxnId="{E574232B-8F35-1745-B208-706727A150A6}">
      <dgm:prSet/>
      <dgm:spPr/>
      <dgm:t>
        <a:bodyPr/>
        <a:lstStyle/>
        <a:p>
          <a:endParaRPr lang="zh-CN" altLang="en-US"/>
        </a:p>
      </dgm:t>
    </dgm:pt>
    <dgm:pt modelId="{B47D0CB4-FC92-1F4C-B288-3B5E51665132}">
      <dgm:prSet phldrT="[文本]"/>
      <dgm:spPr/>
      <dgm:t>
        <a:bodyPr/>
        <a:lstStyle/>
        <a:p>
          <a:r>
            <a:rPr lang="en-US" altLang="zh-CN" dirty="0" err="1"/>
            <a:t>sec_num</a:t>
          </a:r>
          <a:endParaRPr lang="en-US" altLang="zh-CN" dirty="0"/>
        </a:p>
      </dgm:t>
    </dgm:pt>
    <dgm:pt modelId="{A7DECDF2-465C-804A-83DC-1CC0215459C0}" type="parTrans" cxnId="{84500EBE-6E0C-FE47-AADC-6FCB023AFC11}">
      <dgm:prSet/>
      <dgm:spPr/>
      <dgm:t>
        <a:bodyPr/>
        <a:lstStyle/>
        <a:p>
          <a:endParaRPr lang="zh-CN" altLang="en-US"/>
        </a:p>
      </dgm:t>
    </dgm:pt>
    <dgm:pt modelId="{899FBD5C-E0D2-C742-9A0D-869505A944E9}" type="sibTrans" cxnId="{84500EBE-6E0C-FE47-AADC-6FCB023AFC11}">
      <dgm:prSet/>
      <dgm:spPr/>
      <dgm:t>
        <a:bodyPr/>
        <a:lstStyle/>
        <a:p>
          <a:endParaRPr lang="zh-CN" altLang="en-US"/>
        </a:p>
      </dgm:t>
    </dgm:pt>
    <dgm:pt modelId="{0DE3D3AF-E2D8-D741-AAA1-1A3AAF4B94C0}">
      <dgm:prSet phldrT="[文本]"/>
      <dgm:spPr/>
      <dgm:t>
        <a:bodyPr/>
        <a:lstStyle/>
        <a:p>
          <a:r>
            <a:rPr lang="en-US" altLang="zh-CN" dirty="0"/>
            <a:t>timing</a:t>
          </a:r>
        </a:p>
      </dgm:t>
    </dgm:pt>
    <dgm:pt modelId="{C0C18A0B-3481-AB43-B28C-8564CF8DFB21}" type="parTrans" cxnId="{9FA86FE5-1250-3F4F-BF6A-892420C68414}">
      <dgm:prSet/>
      <dgm:spPr/>
      <dgm:t>
        <a:bodyPr/>
        <a:lstStyle/>
        <a:p>
          <a:endParaRPr lang="zh-CN" altLang="en-US"/>
        </a:p>
      </dgm:t>
    </dgm:pt>
    <dgm:pt modelId="{B263DEB6-EEA6-394A-9B4D-EB1AC61F0D9A}" type="sibTrans" cxnId="{9FA86FE5-1250-3F4F-BF6A-892420C68414}">
      <dgm:prSet/>
      <dgm:spPr/>
      <dgm:t>
        <a:bodyPr/>
        <a:lstStyle/>
        <a:p>
          <a:endParaRPr lang="zh-CN" altLang="en-US"/>
        </a:p>
      </dgm:t>
    </dgm:pt>
    <dgm:pt modelId="{24D86826-3652-C64E-96CA-EE055538C404}">
      <dgm:prSet phldrT="[文本]"/>
      <dgm:spPr/>
      <dgm:t>
        <a:bodyPr/>
        <a:lstStyle/>
        <a:p>
          <a:r>
            <a:rPr lang="en-US" altLang="zh-CN" dirty="0"/>
            <a:t>classroom</a:t>
          </a:r>
        </a:p>
      </dgm:t>
    </dgm:pt>
    <dgm:pt modelId="{379637A1-3BAF-1B4A-BD94-C8C22A415BF3}" type="parTrans" cxnId="{4EE14CCE-C9C5-C943-964E-E68CABC39052}">
      <dgm:prSet/>
      <dgm:spPr/>
      <dgm:t>
        <a:bodyPr/>
        <a:lstStyle/>
        <a:p>
          <a:endParaRPr lang="zh-CN" altLang="en-US"/>
        </a:p>
      </dgm:t>
    </dgm:pt>
    <dgm:pt modelId="{EFA4CE99-E93A-8746-82D8-9F064C72176C}" type="sibTrans" cxnId="{4EE14CCE-C9C5-C943-964E-E68CABC39052}">
      <dgm:prSet/>
      <dgm:spPr/>
      <dgm:t>
        <a:bodyPr/>
        <a:lstStyle/>
        <a:p>
          <a:endParaRPr lang="zh-CN" altLang="en-US"/>
        </a:p>
      </dgm:t>
    </dgm:pt>
    <dgm:pt modelId="{0B5E624A-DE26-0F46-B73C-8176897C3F0A}" type="pres">
      <dgm:prSet presAssocID="{2CD00859-7B1F-C64B-AABB-C80FD2423C6A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836674A4-AD84-8949-BE4F-0A302322C31C}" type="pres">
      <dgm:prSet presAssocID="{83C53B1E-72B5-DA43-9903-4DF786AFB974}" presName="singleCycle" presStyleCnt="0"/>
      <dgm:spPr/>
    </dgm:pt>
    <dgm:pt modelId="{5EE8B1B1-8AFC-AE48-9C35-328EC606539F}" type="pres">
      <dgm:prSet presAssocID="{83C53B1E-72B5-DA43-9903-4DF786AFB974}" presName="singleCenter" presStyleLbl="node1" presStyleIdx="0" presStyleCnt="8" custLinFactNeighborX="-6277" custLinFactNeighborY="-14825">
        <dgm:presLayoutVars>
          <dgm:chMax val="7"/>
          <dgm:chPref val="7"/>
        </dgm:presLayoutVars>
      </dgm:prSet>
      <dgm:spPr/>
    </dgm:pt>
    <dgm:pt modelId="{FC2EA324-0E44-C94F-A8B5-867E78D6DF57}" type="pres">
      <dgm:prSet presAssocID="{39FE0B8C-5728-8D4D-8F2E-7CC685B7F058}" presName="Name56" presStyleLbl="parChTrans1D2" presStyleIdx="0" presStyleCnt="7"/>
      <dgm:spPr/>
    </dgm:pt>
    <dgm:pt modelId="{AA19E2E1-7DBF-3545-9BD6-AB45F14E4767}" type="pres">
      <dgm:prSet presAssocID="{E430F55C-EE10-5146-8D0B-2DB7B4D6F1E9}" presName="text0" presStyleLbl="node1" presStyleIdx="1" presStyleCnt="8" custRadScaleRad="98363" custRadScaleInc="77196">
        <dgm:presLayoutVars>
          <dgm:bulletEnabled val="1"/>
        </dgm:presLayoutVars>
      </dgm:prSet>
      <dgm:spPr>
        <a:prstGeom prst="ellipse">
          <a:avLst/>
        </a:prstGeom>
      </dgm:spPr>
    </dgm:pt>
    <dgm:pt modelId="{E451A5E2-E591-B14F-9431-AC01C96D9CA3}" type="pres">
      <dgm:prSet presAssocID="{C77BD2EE-90F7-234D-9395-EC7522C48AF9}" presName="Name56" presStyleLbl="parChTrans1D2" presStyleIdx="1" presStyleCnt="7"/>
      <dgm:spPr/>
    </dgm:pt>
    <dgm:pt modelId="{A151C44B-74FD-2341-B11A-EE4EBDB1D9DA}" type="pres">
      <dgm:prSet presAssocID="{96323AD0-CA17-ED44-B564-482CC2E26069}" presName="text0" presStyleLbl="node1" presStyleIdx="2" presStyleCnt="8" custRadScaleRad="122835" custRadScaleInc="-40041">
        <dgm:presLayoutVars>
          <dgm:bulletEnabled val="1"/>
        </dgm:presLayoutVars>
      </dgm:prSet>
      <dgm:spPr>
        <a:prstGeom prst="ellipse">
          <a:avLst/>
        </a:prstGeom>
      </dgm:spPr>
    </dgm:pt>
    <dgm:pt modelId="{F79EE1CF-71FA-2449-AFE9-3E450BBF391E}" type="pres">
      <dgm:prSet presAssocID="{AB530A5D-CF0F-1148-BBB8-601E9E7EC0D3}" presName="Name56" presStyleLbl="parChTrans1D2" presStyleIdx="2" presStyleCnt="7"/>
      <dgm:spPr/>
    </dgm:pt>
    <dgm:pt modelId="{55605264-9707-244F-94BA-56B9A58DD2DC}" type="pres">
      <dgm:prSet presAssocID="{A29AD5A2-A141-BE4C-BF1D-95D70986F075}" presName="text0" presStyleLbl="node1" presStyleIdx="3" presStyleCnt="8" custRadScaleRad="97796" custRadScaleInc="-174378">
        <dgm:presLayoutVars>
          <dgm:bulletEnabled val="1"/>
        </dgm:presLayoutVars>
      </dgm:prSet>
      <dgm:spPr>
        <a:prstGeom prst="ellipse">
          <a:avLst/>
        </a:prstGeom>
      </dgm:spPr>
    </dgm:pt>
    <dgm:pt modelId="{8874650F-57E2-204F-AA6C-2E79A66D2247}" type="pres">
      <dgm:prSet presAssocID="{521A3C35-4DFC-3B49-A33C-1A6E12C0095D}" presName="Name56" presStyleLbl="parChTrans1D2" presStyleIdx="3" presStyleCnt="7"/>
      <dgm:spPr/>
    </dgm:pt>
    <dgm:pt modelId="{A522743E-BDE5-B24E-BD36-9F79399B035B}" type="pres">
      <dgm:prSet presAssocID="{679F5717-D487-6B4E-85D2-B0F693C7E6CE}" presName="text0" presStyleLbl="node1" presStyleIdx="4" presStyleCnt="8" custRadScaleRad="54223" custRadScaleInc="-157536">
        <dgm:presLayoutVars>
          <dgm:bulletEnabled val="1"/>
        </dgm:presLayoutVars>
      </dgm:prSet>
      <dgm:spPr>
        <a:prstGeom prst="ellipse">
          <a:avLst/>
        </a:prstGeom>
      </dgm:spPr>
    </dgm:pt>
    <dgm:pt modelId="{3646DBFE-3845-5649-B6FC-F5C1088D7A80}" type="pres">
      <dgm:prSet presAssocID="{A7DECDF2-465C-804A-83DC-1CC0215459C0}" presName="Name56" presStyleLbl="parChTrans1D2" presStyleIdx="4" presStyleCnt="7"/>
      <dgm:spPr/>
    </dgm:pt>
    <dgm:pt modelId="{3284A024-F897-1F45-87CE-289ACC9FB340}" type="pres">
      <dgm:prSet presAssocID="{B47D0CB4-FC92-1F4C-B288-3B5E51665132}" presName="text0" presStyleLbl="node1" presStyleIdx="5" presStyleCnt="8" custRadScaleRad="81126" custRadScaleInc="-469967">
        <dgm:presLayoutVars>
          <dgm:bulletEnabled val="1"/>
        </dgm:presLayoutVars>
      </dgm:prSet>
      <dgm:spPr>
        <a:prstGeom prst="ellipse">
          <a:avLst/>
        </a:prstGeom>
      </dgm:spPr>
    </dgm:pt>
    <dgm:pt modelId="{42FFDB60-F604-FD4D-8D04-9DE43809017F}" type="pres">
      <dgm:prSet presAssocID="{C0C18A0B-3481-AB43-B28C-8564CF8DFB21}" presName="Name56" presStyleLbl="parChTrans1D2" presStyleIdx="5" presStyleCnt="7"/>
      <dgm:spPr/>
    </dgm:pt>
    <dgm:pt modelId="{61819F06-45CB-C641-AFB5-8CEF82C2FF26}" type="pres">
      <dgm:prSet presAssocID="{0DE3D3AF-E2D8-D741-AAA1-1A3AAF4B94C0}" presName="text0" presStyleLbl="node1" presStyleIdx="6" presStyleCnt="8" custRadScaleRad="32875" custRadScaleInc="-292900">
        <dgm:presLayoutVars>
          <dgm:bulletEnabled val="1"/>
        </dgm:presLayoutVars>
      </dgm:prSet>
      <dgm:spPr>
        <a:prstGeom prst="ellipse">
          <a:avLst/>
        </a:prstGeom>
      </dgm:spPr>
    </dgm:pt>
    <dgm:pt modelId="{C571AAE5-0571-5749-A892-58AC28FCD0B7}" type="pres">
      <dgm:prSet presAssocID="{379637A1-3BAF-1B4A-BD94-C8C22A415BF3}" presName="Name56" presStyleLbl="parChTrans1D2" presStyleIdx="6" presStyleCnt="7"/>
      <dgm:spPr/>
    </dgm:pt>
    <dgm:pt modelId="{E1CD2EEA-AF76-AD4C-9EC4-CF63E1ED6893}" type="pres">
      <dgm:prSet presAssocID="{24D86826-3652-C64E-96CA-EE055538C404}" presName="text0" presStyleLbl="node1" presStyleIdx="7" presStyleCnt="8" custRadScaleRad="96464" custRadScaleInc="154725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C259030E-6677-9441-B698-B1C57D184A3A}" type="presOf" srcId="{83C53B1E-72B5-DA43-9903-4DF786AFB974}" destId="{5EE8B1B1-8AFC-AE48-9C35-328EC606539F}" srcOrd="0" destOrd="0" presId="urn:microsoft.com/office/officeart/2008/layout/RadialCluster"/>
    <dgm:cxn modelId="{DA264E18-365E-B648-8FA7-DF56519BB0B6}" srcId="{83C53B1E-72B5-DA43-9903-4DF786AFB974}" destId="{E430F55C-EE10-5146-8D0B-2DB7B4D6F1E9}" srcOrd="0" destOrd="0" parTransId="{39FE0B8C-5728-8D4D-8F2E-7CC685B7F058}" sibTransId="{75C77844-20C1-7147-86A4-AB93A120024D}"/>
    <dgm:cxn modelId="{480D2D1A-7E49-1B4B-ABB4-8429523E57DB}" type="presOf" srcId="{96323AD0-CA17-ED44-B564-482CC2E26069}" destId="{A151C44B-74FD-2341-B11A-EE4EBDB1D9DA}" srcOrd="0" destOrd="0" presId="urn:microsoft.com/office/officeart/2008/layout/RadialCluster"/>
    <dgm:cxn modelId="{F10F9C1E-8D4E-F44C-AB14-3D6576D71C13}" type="presOf" srcId="{24D86826-3652-C64E-96CA-EE055538C404}" destId="{E1CD2EEA-AF76-AD4C-9EC4-CF63E1ED6893}" srcOrd="0" destOrd="0" presId="urn:microsoft.com/office/officeart/2008/layout/RadialCluster"/>
    <dgm:cxn modelId="{1B59F424-8634-3C4A-983C-942B239D6EF6}" type="presOf" srcId="{521A3C35-4DFC-3B49-A33C-1A6E12C0095D}" destId="{8874650F-57E2-204F-AA6C-2E79A66D2247}" srcOrd="0" destOrd="0" presId="urn:microsoft.com/office/officeart/2008/layout/RadialCluster"/>
    <dgm:cxn modelId="{E574232B-8F35-1745-B208-706727A150A6}" srcId="{83C53B1E-72B5-DA43-9903-4DF786AFB974}" destId="{679F5717-D487-6B4E-85D2-B0F693C7E6CE}" srcOrd="3" destOrd="0" parTransId="{521A3C35-4DFC-3B49-A33C-1A6E12C0095D}" sibTransId="{8E6184F1-46EA-EB42-866B-D564E0F1F2AD}"/>
    <dgm:cxn modelId="{C4D1FD2C-4120-544F-AFF8-F668EA6BEF25}" type="presOf" srcId="{39FE0B8C-5728-8D4D-8F2E-7CC685B7F058}" destId="{FC2EA324-0E44-C94F-A8B5-867E78D6DF57}" srcOrd="0" destOrd="0" presId="urn:microsoft.com/office/officeart/2008/layout/RadialCluster"/>
    <dgm:cxn modelId="{92DAB531-8F8F-A445-A228-7DEDD92D8D80}" srcId="{2CD00859-7B1F-C64B-AABB-C80FD2423C6A}" destId="{83C53B1E-72B5-DA43-9903-4DF786AFB974}" srcOrd="0" destOrd="0" parTransId="{BA4ABBB4-6736-7D4A-956C-3B176EEFC871}" sibTransId="{3F46D1E4-BBDA-1A46-B4D2-3DAF8FC4D3E1}"/>
    <dgm:cxn modelId="{2CC2A047-5C3E-8244-9FBD-860CBC392DBB}" type="presOf" srcId="{379637A1-3BAF-1B4A-BD94-C8C22A415BF3}" destId="{C571AAE5-0571-5749-A892-58AC28FCD0B7}" srcOrd="0" destOrd="0" presId="urn:microsoft.com/office/officeart/2008/layout/RadialCluster"/>
    <dgm:cxn modelId="{C9FE1D4F-4FD5-8B47-8AD8-D88662C05261}" type="presOf" srcId="{C77BD2EE-90F7-234D-9395-EC7522C48AF9}" destId="{E451A5E2-E591-B14F-9431-AC01C96D9CA3}" srcOrd="0" destOrd="0" presId="urn:microsoft.com/office/officeart/2008/layout/RadialCluster"/>
    <dgm:cxn modelId="{890CF051-50B5-3E4B-8F02-10D690358037}" srcId="{83C53B1E-72B5-DA43-9903-4DF786AFB974}" destId="{A29AD5A2-A141-BE4C-BF1D-95D70986F075}" srcOrd="2" destOrd="0" parTransId="{AB530A5D-CF0F-1148-BBB8-601E9E7EC0D3}" sibTransId="{972F6333-907F-2447-8D24-AB68E8A3C758}"/>
    <dgm:cxn modelId="{4376825A-2CA8-3442-A546-5A69C91130B8}" type="presOf" srcId="{A7DECDF2-465C-804A-83DC-1CC0215459C0}" destId="{3646DBFE-3845-5649-B6FC-F5C1088D7A80}" srcOrd="0" destOrd="0" presId="urn:microsoft.com/office/officeart/2008/layout/RadialCluster"/>
    <dgm:cxn modelId="{3733DA5D-6D30-8E4B-8FC1-C98477C2CA4F}" type="presOf" srcId="{679F5717-D487-6B4E-85D2-B0F693C7E6CE}" destId="{A522743E-BDE5-B24E-BD36-9F79399B035B}" srcOrd="0" destOrd="0" presId="urn:microsoft.com/office/officeart/2008/layout/RadialCluster"/>
    <dgm:cxn modelId="{B7680561-29B5-5B47-B7C0-F55A8EDD9ECF}" type="presOf" srcId="{C0C18A0B-3481-AB43-B28C-8564CF8DFB21}" destId="{42FFDB60-F604-FD4D-8D04-9DE43809017F}" srcOrd="0" destOrd="0" presId="urn:microsoft.com/office/officeart/2008/layout/RadialCluster"/>
    <dgm:cxn modelId="{76FB6F67-A450-D446-8DB1-E4DA8ADE0735}" type="presOf" srcId="{E430F55C-EE10-5146-8D0B-2DB7B4D6F1E9}" destId="{AA19E2E1-7DBF-3545-9BD6-AB45F14E4767}" srcOrd="0" destOrd="0" presId="urn:microsoft.com/office/officeart/2008/layout/RadialCluster"/>
    <dgm:cxn modelId="{BD416575-BB57-9140-AD9E-E487AF1E3AB2}" type="presOf" srcId="{0DE3D3AF-E2D8-D741-AAA1-1A3AAF4B94C0}" destId="{61819F06-45CB-C641-AFB5-8CEF82C2FF26}" srcOrd="0" destOrd="0" presId="urn:microsoft.com/office/officeart/2008/layout/RadialCluster"/>
    <dgm:cxn modelId="{1981DEA6-BB32-2543-BA0F-668487F62CD5}" type="presOf" srcId="{B47D0CB4-FC92-1F4C-B288-3B5E51665132}" destId="{3284A024-F897-1F45-87CE-289ACC9FB340}" srcOrd="0" destOrd="0" presId="urn:microsoft.com/office/officeart/2008/layout/RadialCluster"/>
    <dgm:cxn modelId="{84500EBE-6E0C-FE47-AADC-6FCB023AFC11}" srcId="{83C53B1E-72B5-DA43-9903-4DF786AFB974}" destId="{B47D0CB4-FC92-1F4C-B288-3B5E51665132}" srcOrd="4" destOrd="0" parTransId="{A7DECDF2-465C-804A-83DC-1CC0215459C0}" sibTransId="{899FBD5C-E0D2-C742-9A0D-869505A944E9}"/>
    <dgm:cxn modelId="{4EE14CCE-C9C5-C943-964E-E68CABC39052}" srcId="{83C53B1E-72B5-DA43-9903-4DF786AFB974}" destId="{24D86826-3652-C64E-96CA-EE055538C404}" srcOrd="6" destOrd="0" parTransId="{379637A1-3BAF-1B4A-BD94-C8C22A415BF3}" sibTransId="{EFA4CE99-E93A-8746-82D8-9F064C72176C}"/>
    <dgm:cxn modelId="{9FA86FE5-1250-3F4F-BF6A-892420C68414}" srcId="{83C53B1E-72B5-DA43-9903-4DF786AFB974}" destId="{0DE3D3AF-E2D8-D741-AAA1-1A3AAF4B94C0}" srcOrd="5" destOrd="0" parTransId="{C0C18A0B-3481-AB43-B28C-8564CF8DFB21}" sibTransId="{B263DEB6-EEA6-394A-9B4D-EB1AC61F0D9A}"/>
    <dgm:cxn modelId="{5959C8EA-3D67-C24D-9C02-0CFA98AFB703}" type="presOf" srcId="{2CD00859-7B1F-C64B-AABB-C80FD2423C6A}" destId="{0B5E624A-DE26-0F46-B73C-8176897C3F0A}" srcOrd="0" destOrd="0" presId="urn:microsoft.com/office/officeart/2008/layout/RadialCluster"/>
    <dgm:cxn modelId="{B64890F0-0E66-C64D-815E-FB5AA0852DD2}" type="presOf" srcId="{AB530A5D-CF0F-1148-BBB8-601E9E7EC0D3}" destId="{F79EE1CF-71FA-2449-AFE9-3E450BBF391E}" srcOrd="0" destOrd="0" presId="urn:microsoft.com/office/officeart/2008/layout/RadialCluster"/>
    <dgm:cxn modelId="{844E1AF2-10B6-B84A-952D-0EADCF47DE70}" srcId="{83C53B1E-72B5-DA43-9903-4DF786AFB974}" destId="{96323AD0-CA17-ED44-B564-482CC2E26069}" srcOrd="1" destOrd="0" parTransId="{C77BD2EE-90F7-234D-9395-EC7522C48AF9}" sibTransId="{9A1CFCC9-2858-B842-B4AD-18126F73D59A}"/>
    <dgm:cxn modelId="{428600F4-6CEC-2044-BC35-065D399CA69B}" type="presOf" srcId="{A29AD5A2-A141-BE4C-BF1D-95D70986F075}" destId="{55605264-9707-244F-94BA-56B9A58DD2DC}" srcOrd="0" destOrd="0" presId="urn:microsoft.com/office/officeart/2008/layout/RadialCluster"/>
    <dgm:cxn modelId="{62950BA3-ADA7-9242-80B0-AEE5D2432488}" type="presParOf" srcId="{0B5E624A-DE26-0F46-B73C-8176897C3F0A}" destId="{836674A4-AD84-8949-BE4F-0A302322C31C}" srcOrd="0" destOrd="0" presId="urn:microsoft.com/office/officeart/2008/layout/RadialCluster"/>
    <dgm:cxn modelId="{F1A3A51F-9772-F040-BADD-E931E73DDBAB}" type="presParOf" srcId="{836674A4-AD84-8949-BE4F-0A302322C31C}" destId="{5EE8B1B1-8AFC-AE48-9C35-328EC606539F}" srcOrd="0" destOrd="0" presId="urn:microsoft.com/office/officeart/2008/layout/RadialCluster"/>
    <dgm:cxn modelId="{BFEB6604-6C45-204A-A922-52C9DCB3191C}" type="presParOf" srcId="{836674A4-AD84-8949-BE4F-0A302322C31C}" destId="{FC2EA324-0E44-C94F-A8B5-867E78D6DF57}" srcOrd="1" destOrd="0" presId="urn:microsoft.com/office/officeart/2008/layout/RadialCluster"/>
    <dgm:cxn modelId="{96512775-BFA1-7D4C-882D-4A8CFA3BA5FE}" type="presParOf" srcId="{836674A4-AD84-8949-BE4F-0A302322C31C}" destId="{AA19E2E1-7DBF-3545-9BD6-AB45F14E4767}" srcOrd="2" destOrd="0" presId="urn:microsoft.com/office/officeart/2008/layout/RadialCluster"/>
    <dgm:cxn modelId="{E22E71AA-744D-614C-8973-F20A0120B280}" type="presParOf" srcId="{836674A4-AD84-8949-BE4F-0A302322C31C}" destId="{E451A5E2-E591-B14F-9431-AC01C96D9CA3}" srcOrd="3" destOrd="0" presId="urn:microsoft.com/office/officeart/2008/layout/RadialCluster"/>
    <dgm:cxn modelId="{75607E02-6777-F04A-B4B7-D09B1032B4ED}" type="presParOf" srcId="{836674A4-AD84-8949-BE4F-0A302322C31C}" destId="{A151C44B-74FD-2341-B11A-EE4EBDB1D9DA}" srcOrd="4" destOrd="0" presId="urn:microsoft.com/office/officeart/2008/layout/RadialCluster"/>
    <dgm:cxn modelId="{47AED947-721B-3B4A-9542-B71B11941964}" type="presParOf" srcId="{836674A4-AD84-8949-BE4F-0A302322C31C}" destId="{F79EE1CF-71FA-2449-AFE9-3E450BBF391E}" srcOrd="5" destOrd="0" presId="urn:microsoft.com/office/officeart/2008/layout/RadialCluster"/>
    <dgm:cxn modelId="{615DC100-BC0F-1E42-B183-CFE13F9B2A03}" type="presParOf" srcId="{836674A4-AD84-8949-BE4F-0A302322C31C}" destId="{55605264-9707-244F-94BA-56B9A58DD2DC}" srcOrd="6" destOrd="0" presId="urn:microsoft.com/office/officeart/2008/layout/RadialCluster"/>
    <dgm:cxn modelId="{A6AEFD71-6D89-204F-89C9-228B1D00173C}" type="presParOf" srcId="{836674A4-AD84-8949-BE4F-0A302322C31C}" destId="{8874650F-57E2-204F-AA6C-2E79A66D2247}" srcOrd="7" destOrd="0" presId="urn:microsoft.com/office/officeart/2008/layout/RadialCluster"/>
    <dgm:cxn modelId="{185EABB5-6F93-FA44-89FC-254999523456}" type="presParOf" srcId="{836674A4-AD84-8949-BE4F-0A302322C31C}" destId="{A522743E-BDE5-B24E-BD36-9F79399B035B}" srcOrd="8" destOrd="0" presId="urn:microsoft.com/office/officeart/2008/layout/RadialCluster"/>
    <dgm:cxn modelId="{20C93C30-1654-564E-B362-C521F761A9C1}" type="presParOf" srcId="{836674A4-AD84-8949-BE4F-0A302322C31C}" destId="{3646DBFE-3845-5649-B6FC-F5C1088D7A80}" srcOrd="9" destOrd="0" presId="urn:microsoft.com/office/officeart/2008/layout/RadialCluster"/>
    <dgm:cxn modelId="{294D8BAD-171F-894B-B07B-9E87C8606C9A}" type="presParOf" srcId="{836674A4-AD84-8949-BE4F-0A302322C31C}" destId="{3284A024-F897-1F45-87CE-289ACC9FB340}" srcOrd="10" destOrd="0" presId="urn:microsoft.com/office/officeart/2008/layout/RadialCluster"/>
    <dgm:cxn modelId="{BC4B1CDE-095B-1C44-806D-828193A32C6B}" type="presParOf" srcId="{836674A4-AD84-8949-BE4F-0A302322C31C}" destId="{42FFDB60-F604-FD4D-8D04-9DE43809017F}" srcOrd="11" destOrd="0" presId="urn:microsoft.com/office/officeart/2008/layout/RadialCluster"/>
    <dgm:cxn modelId="{5D2A2104-1553-0342-A5E6-3F659A52E85B}" type="presParOf" srcId="{836674A4-AD84-8949-BE4F-0A302322C31C}" destId="{61819F06-45CB-C641-AFB5-8CEF82C2FF26}" srcOrd="12" destOrd="0" presId="urn:microsoft.com/office/officeart/2008/layout/RadialCluster"/>
    <dgm:cxn modelId="{199F6E82-49FE-D442-BDA7-FCD5F94F5191}" type="presParOf" srcId="{836674A4-AD84-8949-BE4F-0A302322C31C}" destId="{C571AAE5-0571-5749-A892-58AC28FCD0B7}" srcOrd="13" destOrd="0" presId="urn:microsoft.com/office/officeart/2008/layout/RadialCluster"/>
    <dgm:cxn modelId="{BA9D6198-D2CB-5D47-8D1C-0018CDE68103}" type="presParOf" srcId="{836674A4-AD84-8949-BE4F-0A302322C31C}" destId="{E1CD2EEA-AF76-AD4C-9EC4-CF63E1ED6893}" srcOrd="14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CD00859-7B1F-C64B-AABB-C80FD2423C6A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3C53B1E-72B5-DA43-9903-4DF786AFB974}">
      <dgm:prSet phldrT="[文本]"/>
      <dgm:spPr/>
      <dgm:t>
        <a:bodyPr/>
        <a:lstStyle/>
        <a:p>
          <a:r>
            <a:rPr lang="en-US" altLang="zh-CN" dirty="0"/>
            <a:t>instructor</a:t>
          </a:r>
          <a:endParaRPr lang="zh-CN" altLang="en-US" dirty="0"/>
        </a:p>
      </dgm:t>
    </dgm:pt>
    <dgm:pt modelId="{BA4ABBB4-6736-7D4A-956C-3B176EEFC871}" type="parTrans" cxnId="{92DAB531-8F8F-A445-A228-7DEDD92D8D80}">
      <dgm:prSet/>
      <dgm:spPr/>
      <dgm:t>
        <a:bodyPr/>
        <a:lstStyle/>
        <a:p>
          <a:endParaRPr lang="zh-CN" altLang="en-US"/>
        </a:p>
      </dgm:t>
    </dgm:pt>
    <dgm:pt modelId="{3F46D1E4-BBDA-1A46-B4D2-3DAF8FC4D3E1}" type="sibTrans" cxnId="{92DAB531-8F8F-A445-A228-7DEDD92D8D80}">
      <dgm:prSet/>
      <dgm:spPr/>
      <dgm:t>
        <a:bodyPr/>
        <a:lstStyle/>
        <a:p>
          <a:endParaRPr lang="zh-CN" altLang="en-US"/>
        </a:p>
      </dgm:t>
    </dgm:pt>
    <dgm:pt modelId="{E430F55C-EE10-5146-8D0B-2DB7B4D6F1E9}">
      <dgm:prSet phldrT="[文本]"/>
      <dgm:spPr/>
      <dgm:t>
        <a:bodyPr/>
        <a:lstStyle/>
        <a:p>
          <a:r>
            <a:rPr lang="en-US" altLang="zh-CN" u="sng" dirty="0"/>
            <a:t>id</a:t>
          </a:r>
          <a:endParaRPr lang="zh-CN" altLang="en-US" u="sng" dirty="0"/>
        </a:p>
      </dgm:t>
    </dgm:pt>
    <dgm:pt modelId="{39FE0B8C-5728-8D4D-8F2E-7CC685B7F058}" type="parTrans" cxnId="{DA264E18-365E-B648-8FA7-DF56519BB0B6}">
      <dgm:prSet/>
      <dgm:spPr/>
      <dgm:t>
        <a:bodyPr/>
        <a:lstStyle/>
        <a:p>
          <a:endParaRPr lang="zh-CN" altLang="en-US"/>
        </a:p>
      </dgm:t>
    </dgm:pt>
    <dgm:pt modelId="{75C77844-20C1-7147-86A4-AB93A120024D}" type="sibTrans" cxnId="{DA264E18-365E-B648-8FA7-DF56519BB0B6}">
      <dgm:prSet/>
      <dgm:spPr/>
      <dgm:t>
        <a:bodyPr/>
        <a:lstStyle/>
        <a:p>
          <a:endParaRPr lang="zh-CN" altLang="en-US"/>
        </a:p>
      </dgm:t>
    </dgm:pt>
    <dgm:pt modelId="{96323AD0-CA17-ED44-B564-482CC2E26069}">
      <dgm:prSet phldrT="[文本]"/>
      <dgm:spPr/>
      <dgm:t>
        <a:bodyPr/>
        <a:lstStyle/>
        <a:p>
          <a:r>
            <a:rPr lang="en-US" altLang="zh-CN" dirty="0"/>
            <a:t>name</a:t>
          </a:r>
          <a:endParaRPr lang="zh-CN" altLang="en-US" dirty="0"/>
        </a:p>
      </dgm:t>
    </dgm:pt>
    <dgm:pt modelId="{C77BD2EE-90F7-234D-9395-EC7522C48AF9}" type="parTrans" cxnId="{844E1AF2-10B6-B84A-952D-0EADCF47DE70}">
      <dgm:prSet/>
      <dgm:spPr/>
      <dgm:t>
        <a:bodyPr/>
        <a:lstStyle/>
        <a:p>
          <a:endParaRPr lang="zh-CN" altLang="en-US"/>
        </a:p>
      </dgm:t>
    </dgm:pt>
    <dgm:pt modelId="{9A1CFCC9-2858-B842-B4AD-18126F73D59A}" type="sibTrans" cxnId="{844E1AF2-10B6-B84A-952D-0EADCF47DE70}">
      <dgm:prSet/>
      <dgm:spPr/>
      <dgm:t>
        <a:bodyPr/>
        <a:lstStyle/>
        <a:p>
          <a:endParaRPr lang="zh-CN" altLang="en-US"/>
        </a:p>
      </dgm:t>
    </dgm:pt>
    <dgm:pt modelId="{A29AD5A2-A141-BE4C-BF1D-95D70986F075}">
      <dgm:prSet phldrT="[文本]"/>
      <dgm:spPr/>
      <dgm:t>
        <a:bodyPr/>
        <a:lstStyle/>
        <a:p>
          <a:r>
            <a:rPr lang="en-US" altLang="zh-CN" dirty="0"/>
            <a:t>department</a:t>
          </a:r>
        </a:p>
      </dgm:t>
    </dgm:pt>
    <dgm:pt modelId="{AB530A5D-CF0F-1148-BBB8-601E9E7EC0D3}" type="parTrans" cxnId="{890CF051-50B5-3E4B-8F02-10D690358037}">
      <dgm:prSet/>
      <dgm:spPr/>
      <dgm:t>
        <a:bodyPr/>
        <a:lstStyle/>
        <a:p>
          <a:endParaRPr lang="zh-CN" altLang="en-US"/>
        </a:p>
      </dgm:t>
    </dgm:pt>
    <dgm:pt modelId="{972F6333-907F-2447-8D24-AB68E8A3C758}" type="sibTrans" cxnId="{890CF051-50B5-3E4B-8F02-10D690358037}">
      <dgm:prSet/>
      <dgm:spPr/>
      <dgm:t>
        <a:bodyPr/>
        <a:lstStyle/>
        <a:p>
          <a:endParaRPr lang="zh-CN" altLang="en-US"/>
        </a:p>
      </dgm:t>
    </dgm:pt>
    <dgm:pt modelId="{2817C409-EB8C-8343-B637-21183210E028}">
      <dgm:prSet phldrT="[文本]"/>
      <dgm:spPr/>
      <dgm:t>
        <a:bodyPr/>
        <a:lstStyle/>
        <a:p>
          <a:r>
            <a:rPr lang="en-US" altLang="zh-CN" dirty="0" err="1"/>
            <a:t>i_title</a:t>
          </a:r>
          <a:endParaRPr lang="en-US" altLang="zh-CN" dirty="0"/>
        </a:p>
      </dgm:t>
    </dgm:pt>
    <dgm:pt modelId="{170FD19C-AE59-0B46-8B55-FEA94046E442}" type="parTrans" cxnId="{AD3896F5-3720-9141-84A9-BE31F0A845B7}">
      <dgm:prSet/>
      <dgm:spPr/>
      <dgm:t>
        <a:bodyPr/>
        <a:lstStyle/>
        <a:p>
          <a:endParaRPr lang="zh-CN" altLang="en-US"/>
        </a:p>
      </dgm:t>
    </dgm:pt>
    <dgm:pt modelId="{74A7AAF5-E4F8-2B47-A9EC-B7F7295DBC9E}" type="sibTrans" cxnId="{AD3896F5-3720-9141-84A9-BE31F0A845B7}">
      <dgm:prSet/>
      <dgm:spPr/>
      <dgm:t>
        <a:bodyPr/>
        <a:lstStyle/>
        <a:p>
          <a:endParaRPr lang="zh-CN" altLang="en-US"/>
        </a:p>
      </dgm:t>
    </dgm:pt>
    <dgm:pt modelId="{0B5E624A-DE26-0F46-B73C-8176897C3F0A}" type="pres">
      <dgm:prSet presAssocID="{2CD00859-7B1F-C64B-AABB-C80FD2423C6A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836674A4-AD84-8949-BE4F-0A302322C31C}" type="pres">
      <dgm:prSet presAssocID="{83C53B1E-72B5-DA43-9903-4DF786AFB974}" presName="singleCycle" presStyleCnt="0"/>
      <dgm:spPr/>
    </dgm:pt>
    <dgm:pt modelId="{5EE8B1B1-8AFC-AE48-9C35-328EC606539F}" type="pres">
      <dgm:prSet presAssocID="{83C53B1E-72B5-DA43-9903-4DF786AFB974}" presName="singleCenter" presStyleLbl="node1" presStyleIdx="0" presStyleCnt="5">
        <dgm:presLayoutVars>
          <dgm:chMax val="7"/>
          <dgm:chPref val="7"/>
        </dgm:presLayoutVars>
      </dgm:prSet>
      <dgm:spPr/>
    </dgm:pt>
    <dgm:pt modelId="{FC2EA324-0E44-C94F-A8B5-867E78D6DF57}" type="pres">
      <dgm:prSet presAssocID="{39FE0B8C-5728-8D4D-8F2E-7CC685B7F058}" presName="Name56" presStyleLbl="parChTrans1D2" presStyleIdx="0" presStyleCnt="4"/>
      <dgm:spPr/>
    </dgm:pt>
    <dgm:pt modelId="{AA19E2E1-7DBF-3545-9BD6-AB45F14E4767}" type="pres">
      <dgm:prSet presAssocID="{E430F55C-EE10-5146-8D0B-2DB7B4D6F1E9}" presName="text0" presStyleLbl="node1" presStyleIdx="1" presStyleCnt="5" custScaleX="112774" custRadScaleRad="123521" custRadScaleInc="157036">
        <dgm:presLayoutVars>
          <dgm:bulletEnabled val="1"/>
        </dgm:presLayoutVars>
      </dgm:prSet>
      <dgm:spPr>
        <a:prstGeom prst="ellipse">
          <a:avLst/>
        </a:prstGeom>
      </dgm:spPr>
    </dgm:pt>
    <dgm:pt modelId="{E451A5E2-E591-B14F-9431-AC01C96D9CA3}" type="pres">
      <dgm:prSet presAssocID="{C77BD2EE-90F7-234D-9395-EC7522C48AF9}" presName="Name56" presStyleLbl="parChTrans1D2" presStyleIdx="1" presStyleCnt="4"/>
      <dgm:spPr/>
    </dgm:pt>
    <dgm:pt modelId="{A151C44B-74FD-2341-B11A-EE4EBDB1D9DA}" type="pres">
      <dgm:prSet presAssocID="{96323AD0-CA17-ED44-B564-482CC2E26069}" presName="text0" presStyleLbl="node1" presStyleIdx="2" presStyleCnt="5" custRadScaleRad="98640" custRadScaleInc="360504">
        <dgm:presLayoutVars>
          <dgm:bulletEnabled val="1"/>
        </dgm:presLayoutVars>
      </dgm:prSet>
      <dgm:spPr>
        <a:prstGeom prst="ellipse">
          <a:avLst/>
        </a:prstGeom>
      </dgm:spPr>
    </dgm:pt>
    <dgm:pt modelId="{F79EE1CF-71FA-2449-AFE9-3E450BBF391E}" type="pres">
      <dgm:prSet presAssocID="{AB530A5D-CF0F-1148-BBB8-601E9E7EC0D3}" presName="Name56" presStyleLbl="parChTrans1D2" presStyleIdx="2" presStyleCnt="4"/>
      <dgm:spPr/>
    </dgm:pt>
    <dgm:pt modelId="{55605264-9707-244F-94BA-56B9A58DD2DC}" type="pres">
      <dgm:prSet presAssocID="{A29AD5A2-A141-BE4C-BF1D-95D70986F075}" presName="text0" presStyleLbl="node1" presStyleIdx="3" presStyleCnt="5" custRadScaleRad="129439" custRadScaleInc="-184582">
        <dgm:presLayoutVars>
          <dgm:bulletEnabled val="1"/>
        </dgm:presLayoutVars>
      </dgm:prSet>
      <dgm:spPr>
        <a:prstGeom prst="ellipse">
          <a:avLst/>
        </a:prstGeom>
      </dgm:spPr>
    </dgm:pt>
    <dgm:pt modelId="{5B917ABF-D665-BC41-8CBF-0132B49643D8}" type="pres">
      <dgm:prSet presAssocID="{170FD19C-AE59-0B46-8B55-FEA94046E442}" presName="Name56" presStyleLbl="parChTrans1D2" presStyleIdx="3" presStyleCnt="4"/>
      <dgm:spPr/>
    </dgm:pt>
    <dgm:pt modelId="{3A6DB6E5-4050-724D-9E09-AB6C4DB76632}" type="pres">
      <dgm:prSet presAssocID="{2817C409-EB8C-8343-B637-21183210E028}" presName="text0" presStyleLbl="node1" presStyleIdx="4" presStyleCnt="5" custRadScaleRad="98402" custRadScaleInc="38522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C259030E-6677-9441-B698-B1C57D184A3A}" type="presOf" srcId="{83C53B1E-72B5-DA43-9903-4DF786AFB974}" destId="{5EE8B1B1-8AFC-AE48-9C35-328EC606539F}" srcOrd="0" destOrd="0" presId="urn:microsoft.com/office/officeart/2008/layout/RadialCluster"/>
    <dgm:cxn modelId="{DA264E18-365E-B648-8FA7-DF56519BB0B6}" srcId="{83C53B1E-72B5-DA43-9903-4DF786AFB974}" destId="{E430F55C-EE10-5146-8D0B-2DB7B4D6F1E9}" srcOrd="0" destOrd="0" parTransId="{39FE0B8C-5728-8D4D-8F2E-7CC685B7F058}" sibTransId="{75C77844-20C1-7147-86A4-AB93A120024D}"/>
    <dgm:cxn modelId="{480D2D1A-7E49-1B4B-ABB4-8429523E57DB}" type="presOf" srcId="{96323AD0-CA17-ED44-B564-482CC2E26069}" destId="{A151C44B-74FD-2341-B11A-EE4EBDB1D9DA}" srcOrd="0" destOrd="0" presId="urn:microsoft.com/office/officeart/2008/layout/RadialCluster"/>
    <dgm:cxn modelId="{832FF11C-A366-804B-BC65-CD732EE2BDFF}" type="presOf" srcId="{2817C409-EB8C-8343-B637-21183210E028}" destId="{3A6DB6E5-4050-724D-9E09-AB6C4DB76632}" srcOrd="0" destOrd="0" presId="urn:microsoft.com/office/officeart/2008/layout/RadialCluster"/>
    <dgm:cxn modelId="{C4D1FD2C-4120-544F-AFF8-F668EA6BEF25}" type="presOf" srcId="{39FE0B8C-5728-8D4D-8F2E-7CC685B7F058}" destId="{FC2EA324-0E44-C94F-A8B5-867E78D6DF57}" srcOrd="0" destOrd="0" presId="urn:microsoft.com/office/officeart/2008/layout/RadialCluster"/>
    <dgm:cxn modelId="{92DAB531-8F8F-A445-A228-7DEDD92D8D80}" srcId="{2CD00859-7B1F-C64B-AABB-C80FD2423C6A}" destId="{83C53B1E-72B5-DA43-9903-4DF786AFB974}" srcOrd="0" destOrd="0" parTransId="{BA4ABBB4-6736-7D4A-956C-3B176EEFC871}" sibTransId="{3F46D1E4-BBDA-1A46-B4D2-3DAF8FC4D3E1}"/>
    <dgm:cxn modelId="{C9FE1D4F-4FD5-8B47-8AD8-D88662C05261}" type="presOf" srcId="{C77BD2EE-90F7-234D-9395-EC7522C48AF9}" destId="{E451A5E2-E591-B14F-9431-AC01C96D9CA3}" srcOrd="0" destOrd="0" presId="urn:microsoft.com/office/officeart/2008/layout/RadialCluster"/>
    <dgm:cxn modelId="{890CF051-50B5-3E4B-8F02-10D690358037}" srcId="{83C53B1E-72B5-DA43-9903-4DF786AFB974}" destId="{A29AD5A2-A141-BE4C-BF1D-95D70986F075}" srcOrd="2" destOrd="0" parTransId="{AB530A5D-CF0F-1148-BBB8-601E9E7EC0D3}" sibTransId="{972F6333-907F-2447-8D24-AB68E8A3C758}"/>
    <dgm:cxn modelId="{76FB6F67-A450-D446-8DB1-E4DA8ADE0735}" type="presOf" srcId="{E430F55C-EE10-5146-8D0B-2DB7B4D6F1E9}" destId="{AA19E2E1-7DBF-3545-9BD6-AB45F14E4767}" srcOrd="0" destOrd="0" presId="urn:microsoft.com/office/officeart/2008/layout/RadialCluster"/>
    <dgm:cxn modelId="{6C2720A7-AC15-B041-8B8D-89E2F818387D}" type="presOf" srcId="{170FD19C-AE59-0B46-8B55-FEA94046E442}" destId="{5B917ABF-D665-BC41-8CBF-0132B49643D8}" srcOrd="0" destOrd="0" presId="urn:microsoft.com/office/officeart/2008/layout/RadialCluster"/>
    <dgm:cxn modelId="{5959C8EA-3D67-C24D-9C02-0CFA98AFB703}" type="presOf" srcId="{2CD00859-7B1F-C64B-AABB-C80FD2423C6A}" destId="{0B5E624A-DE26-0F46-B73C-8176897C3F0A}" srcOrd="0" destOrd="0" presId="urn:microsoft.com/office/officeart/2008/layout/RadialCluster"/>
    <dgm:cxn modelId="{B64890F0-0E66-C64D-815E-FB5AA0852DD2}" type="presOf" srcId="{AB530A5D-CF0F-1148-BBB8-601E9E7EC0D3}" destId="{F79EE1CF-71FA-2449-AFE9-3E450BBF391E}" srcOrd="0" destOrd="0" presId="urn:microsoft.com/office/officeart/2008/layout/RadialCluster"/>
    <dgm:cxn modelId="{844E1AF2-10B6-B84A-952D-0EADCF47DE70}" srcId="{83C53B1E-72B5-DA43-9903-4DF786AFB974}" destId="{96323AD0-CA17-ED44-B564-482CC2E26069}" srcOrd="1" destOrd="0" parTransId="{C77BD2EE-90F7-234D-9395-EC7522C48AF9}" sibTransId="{9A1CFCC9-2858-B842-B4AD-18126F73D59A}"/>
    <dgm:cxn modelId="{428600F4-6CEC-2044-BC35-065D399CA69B}" type="presOf" srcId="{A29AD5A2-A141-BE4C-BF1D-95D70986F075}" destId="{55605264-9707-244F-94BA-56B9A58DD2DC}" srcOrd="0" destOrd="0" presId="urn:microsoft.com/office/officeart/2008/layout/RadialCluster"/>
    <dgm:cxn modelId="{AD3896F5-3720-9141-84A9-BE31F0A845B7}" srcId="{83C53B1E-72B5-DA43-9903-4DF786AFB974}" destId="{2817C409-EB8C-8343-B637-21183210E028}" srcOrd="3" destOrd="0" parTransId="{170FD19C-AE59-0B46-8B55-FEA94046E442}" sibTransId="{74A7AAF5-E4F8-2B47-A9EC-B7F7295DBC9E}"/>
    <dgm:cxn modelId="{62950BA3-ADA7-9242-80B0-AEE5D2432488}" type="presParOf" srcId="{0B5E624A-DE26-0F46-B73C-8176897C3F0A}" destId="{836674A4-AD84-8949-BE4F-0A302322C31C}" srcOrd="0" destOrd="0" presId="urn:microsoft.com/office/officeart/2008/layout/RadialCluster"/>
    <dgm:cxn modelId="{F1A3A51F-9772-F040-BADD-E931E73DDBAB}" type="presParOf" srcId="{836674A4-AD84-8949-BE4F-0A302322C31C}" destId="{5EE8B1B1-8AFC-AE48-9C35-328EC606539F}" srcOrd="0" destOrd="0" presId="urn:microsoft.com/office/officeart/2008/layout/RadialCluster"/>
    <dgm:cxn modelId="{BFEB6604-6C45-204A-A922-52C9DCB3191C}" type="presParOf" srcId="{836674A4-AD84-8949-BE4F-0A302322C31C}" destId="{FC2EA324-0E44-C94F-A8B5-867E78D6DF57}" srcOrd="1" destOrd="0" presId="urn:microsoft.com/office/officeart/2008/layout/RadialCluster"/>
    <dgm:cxn modelId="{96512775-BFA1-7D4C-882D-4A8CFA3BA5FE}" type="presParOf" srcId="{836674A4-AD84-8949-BE4F-0A302322C31C}" destId="{AA19E2E1-7DBF-3545-9BD6-AB45F14E4767}" srcOrd="2" destOrd="0" presId="urn:microsoft.com/office/officeart/2008/layout/RadialCluster"/>
    <dgm:cxn modelId="{E22E71AA-744D-614C-8973-F20A0120B280}" type="presParOf" srcId="{836674A4-AD84-8949-BE4F-0A302322C31C}" destId="{E451A5E2-E591-B14F-9431-AC01C96D9CA3}" srcOrd="3" destOrd="0" presId="urn:microsoft.com/office/officeart/2008/layout/RadialCluster"/>
    <dgm:cxn modelId="{75607E02-6777-F04A-B4B7-D09B1032B4ED}" type="presParOf" srcId="{836674A4-AD84-8949-BE4F-0A302322C31C}" destId="{A151C44B-74FD-2341-B11A-EE4EBDB1D9DA}" srcOrd="4" destOrd="0" presId="urn:microsoft.com/office/officeart/2008/layout/RadialCluster"/>
    <dgm:cxn modelId="{47AED947-721B-3B4A-9542-B71B11941964}" type="presParOf" srcId="{836674A4-AD84-8949-BE4F-0A302322C31C}" destId="{F79EE1CF-71FA-2449-AFE9-3E450BBF391E}" srcOrd="5" destOrd="0" presId="urn:microsoft.com/office/officeart/2008/layout/RadialCluster"/>
    <dgm:cxn modelId="{615DC100-BC0F-1E42-B183-CFE13F9B2A03}" type="presParOf" srcId="{836674A4-AD84-8949-BE4F-0A302322C31C}" destId="{55605264-9707-244F-94BA-56B9A58DD2DC}" srcOrd="6" destOrd="0" presId="urn:microsoft.com/office/officeart/2008/layout/RadialCluster"/>
    <dgm:cxn modelId="{FBA9764B-F962-7446-8A1A-5C324EB3E964}" type="presParOf" srcId="{836674A4-AD84-8949-BE4F-0A302322C31C}" destId="{5B917ABF-D665-BC41-8CBF-0132B49643D8}" srcOrd="7" destOrd="0" presId="urn:microsoft.com/office/officeart/2008/layout/RadialCluster"/>
    <dgm:cxn modelId="{981052B8-6E63-D345-AB0F-3889408B4440}" type="presParOf" srcId="{836674A4-AD84-8949-BE4F-0A302322C31C}" destId="{3A6DB6E5-4050-724D-9E09-AB6C4DB76632}" srcOrd="8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CD00859-7B1F-C64B-AABB-C80FD2423C6A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3C53B1E-72B5-DA43-9903-4DF786AFB974}">
      <dgm:prSet phldrT="[文本]"/>
      <dgm:spPr/>
      <dgm:t>
        <a:bodyPr/>
        <a:lstStyle/>
        <a:p>
          <a:r>
            <a:rPr lang="en-US" altLang="zh-CN" dirty="0"/>
            <a:t>student</a:t>
          </a:r>
          <a:endParaRPr lang="zh-CN" altLang="en-US" dirty="0"/>
        </a:p>
      </dgm:t>
    </dgm:pt>
    <dgm:pt modelId="{BA4ABBB4-6736-7D4A-956C-3B176EEFC871}" type="parTrans" cxnId="{92DAB531-8F8F-A445-A228-7DEDD92D8D80}">
      <dgm:prSet/>
      <dgm:spPr/>
      <dgm:t>
        <a:bodyPr/>
        <a:lstStyle/>
        <a:p>
          <a:endParaRPr lang="zh-CN" altLang="en-US"/>
        </a:p>
      </dgm:t>
    </dgm:pt>
    <dgm:pt modelId="{3F46D1E4-BBDA-1A46-B4D2-3DAF8FC4D3E1}" type="sibTrans" cxnId="{92DAB531-8F8F-A445-A228-7DEDD92D8D80}">
      <dgm:prSet/>
      <dgm:spPr/>
      <dgm:t>
        <a:bodyPr/>
        <a:lstStyle/>
        <a:p>
          <a:endParaRPr lang="zh-CN" altLang="en-US"/>
        </a:p>
      </dgm:t>
    </dgm:pt>
    <dgm:pt modelId="{E430F55C-EE10-5146-8D0B-2DB7B4D6F1E9}">
      <dgm:prSet phldrT="[文本]"/>
      <dgm:spPr/>
      <dgm:t>
        <a:bodyPr/>
        <a:lstStyle/>
        <a:p>
          <a:r>
            <a:rPr lang="en-US" altLang="zh-CN" u="sng" dirty="0" err="1"/>
            <a:t>stud_id</a:t>
          </a:r>
          <a:endParaRPr lang="zh-CN" altLang="en-US" u="sng" dirty="0"/>
        </a:p>
      </dgm:t>
    </dgm:pt>
    <dgm:pt modelId="{39FE0B8C-5728-8D4D-8F2E-7CC685B7F058}" type="parTrans" cxnId="{DA264E18-365E-B648-8FA7-DF56519BB0B6}">
      <dgm:prSet/>
      <dgm:spPr/>
      <dgm:t>
        <a:bodyPr/>
        <a:lstStyle/>
        <a:p>
          <a:endParaRPr lang="zh-CN" altLang="en-US"/>
        </a:p>
      </dgm:t>
    </dgm:pt>
    <dgm:pt modelId="{75C77844-20C1-7147-86A4-AB93A120024D}" type="sibTrans" cxnId="{DA264E18-365E-B648-8FA7-DF56519BB0B6}">
      <dgm:prSet/>
      <dgm:spPr/>
      <dgm:t>
        <a:bodyPr/>
        <a:lstStyle/>
        <a:p>
          <a:endParaRPr lang="zh-CN" altLang="en-US"/>
        </a:p>
      </dgm:t>
    </dgm:pt>
    <dgm:pt modelId="{A29AD5A2-A141-BE4C-BF1D-95D70986F075}">
      <dgm:prSet phldrT="[文本]"/>
      <dgm:spPr/>
      <dgm:t>
        <a:bodyPr/>
        <a:lstStyle/>
        <a:p>
          <a:r>
            <a:rPr lang="en-US" altLang="zh-CN" dirty="0"/>
            <a:t>program</a:t>
          </a:r>
        </a:p>
      </dgm:t>
    </dgm:pt>
    <dgm:pt modelId="{AB530A5D-CF0F-1148-BBB8-601E9E7EC0D3}" type="parTrans" cxnId="{890CF051-50B5-3E4B-8F02-10D690358037}">
      <dgm:prSet/>
      <dgm:spPr/>
      <dgm:t>
        <a:bodyPr/>
        <a:lstStyle/>
        <a:p>
          <a:endParaRPr lang="zh-CN" altLang="en-US"/>
        </a:p>
      </dgm:t>
    </dgm:pt>
    <dgm:pt modelId="{972F6333-907F-2447-8D24-AB68E8A3C758}" type="sibTrans" cxnId="{890CF051-50B5-3E4B-8F02-10D690358037}">
      <dgm:prSet/>
      <dgm:spPr/>
      <dgm:t>
        <a:bodyPr/>
        <a:lstStyle/>
        <a:p>
          <a:endParaRPr lang="zh-CN" altLang="en-US"/>
        </a:p>
      </dgm:t>
    </dgm:pt>
    <dgm:pt modelId="{2817C409-EB8C-8343-B637-21183210E028}">
      <dgm:prSet phldrT="[文本]"/>
      <dgm:spPr/>
      <dgm:t>
        <a:bodyPr/>
        <a:lstStyle/>
        <a:p>
          <a:r>
            <a:rPr lang="en-US" altLang="zh-CN" dirty="0" err="1"/>
            <a:t>st_name</a:t>
          </a:r>
          <a:endParaRPr lang="en-US" altLang="zh-CN" dirty="0"/>
        </a:p>
      </dgm:t>
    </dgm:pt>
    <dgm:pt modelId="{170FD19C-AE59-0B46-8B55-FEA94046E442}" type="parTrans" cxnId="{AD3896F5-3720-9141-84A9-BE31F0A845B7}">
      <dgm:prSet/>
      <dgm:spPr/>
      <dgm:t>
        <a:bodyPr/>
        <a:lstStyle/>
        <a:p>
          <a:endParaRPr lang="zh-CN" altLang="en-US"/>
        </a:p>
      </dgm:t>
    </dgm:pt>
    <dgm:pt modelId="{74A7AAF5-E4F8-2B47-A9EC-B7F7295DBC9E}" type="sibTrans" cxnId="{AD3896F5-3720-9141-84A9-BE31F0A845B7}">
      <dgm:prSet/>
      <dgm:spPr/>
      <dgm:t>
        <a:bodyPr/>
        <a:lstStyle/>
        <a:p>
          <a:endParaRPr lang="zh-CN" altLang="en-US"/>
        </a:p>
      </dgm:t>
    </dgm:pt>
    <dgm:pt modelId="{0B5E624A-DE26-0F46-B73C-8176897C3F0A}" type="pres">
      <dgm:prSet presAssocID="{2CD00859-7B1F-C64B-AABB-C80FD2423C6A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836674A4-AD84-8949-BE4F-0A302322C31C}" type="pres">
      <dgm:prSet presAssocID="{83C53B1E-72B5-DA43-9903-4DF786AFB974}" presName="singleCycle" presStyleCnt="0"/>
      <dgm:spPr/>
    </dgm:pt>
    <dgm:pt modelId="{5EE8B1B1-8AFC-AE48-9C35-328EC606539F}" type="pres">
      <dgm:prSet presAssocID="{83C53B1E-72B5-DA43-9903-4DF786AFB974}" presName="singleCenter" presStyleLbl="node1" presStyleIdx="0" presStyleCnt="4" custLinFactNeighborX="13977" custLinFactNeighborY="-15528">
        <dgm:presLayoutVars>
          <dgm:chMax val="7"/>
          <dgm:chPref val="7"/>
        </dgm:presLayoutVars>
      </dgm:prSet>
      <dgm:spPr/>
    </dgm:pt>
    <dgm:pt modelId="{FC2EA324-0E44-C94F-A8B5-867E78D6DF57}" type="pres">
      <dgm:prSet presAssocID="{39FE0B8C-5728-8D4D-8F2E-7CC685B7F058}" presName="Name56" presStyleLbl="parChTrans1D2" presStyleIdx="0" presStyleCnt="3"/>
      <dgm:spPr/>
    </dgm:pt>
    <dgm:pt modelId="{AA19E2E1-7DBF-3545-9BD6-AB45F14E4767}" type="pres">
      <dgm:prSet presAssocID="{E430F55C-EE10-5146-8D0B-2DB7B4D6F1E9}" presName="text0" presStyleLbl="node1" presStyleIdx="1" presStyleCnt="4" custScaleX="248562" custRadScaleRad="114936" custRadScaleInc="-124619">
        <dgm:presLayoutVars>
          <dgm:bulletEnabled val="1"/>
        </dgm:presLayoutVars>
      </dgm:prSet>
      <dgm:spPr>
        <a:prstGeom prst="ellipse">
          <a:avLst/>
        </a:prstGeom>
      </dgm:spPr>
    </dgm:pt>
    <dgm:pt modelId="{F20F3835-CC99-FA44-8DCD-CF47A54ABE89}" type="pres">
      <dgm:prSet presAssocID="{AB530A5D-CF0F-1148-BBB8-601E9E7EC0D3}" presName="Name56" presStyleLbl="parChTrans1D2" presStyleIdx="1" presStyleCnt="3"/>
      <dgm:spPr/>
    </dgm:pt>
    <dgm:pt modelId="{D64F7197-5568-4A4B-BDC3-48688DC715E3}" type="pres">
      <dgm:prSet presAssocID="{A29AD5A2-A141-BE4C-BF1D-95D70986F075}" presName="text0" presStyleLbl="node1" presStyleIdx="2" presStyleCnt="4" custScaleX="253888" custRadScaleRad="94452" custRadScaleInc="216454">
        <dgm:presLayoutVars>
          <dgm:bulletEnabled val="1"/>
        </dgm:presLayoutVars>
      </dgm:prSet>
      <dgm:spPr>
        <a:prstGeom prst="ellipse">
          <a:avLst/>
        </a:prstGeom>
      </dgm:spPr>
    </dgm:pt>
    <dgm:pt modelId="{7921DBD9-B2DA-0A4D-A4B2-2FC6B271C050}" type="pres">
      <dgm:prSet presAssocID="{170FD19C-AE59-0B46-8B55-FEA94046E442}" presName="Name56" presStyleLbl="parChTrans1D2" presStyleIdx="2" presStyleCnt="3"/>
      <dgm:spPr/>
    </dgm:pt>
    <dgm:pt modelId="{750C28F0-5629-864F-BE0E-011F02ECB293}" type="pres">
      <dgm:prSet presAssocID="{2817C409-EB8C-8343-B637-21183210E028}" presName="text0" presStyleLbl="node1" presStyleIdx="3" presStyleCnt="4" custScaleX="285076" custScaleY="97612" custRadScaleRad="136702" custRadScaleInc="126474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C259030E-6677-9441-B698-B1C57D184A3A}" type="presOf" srcId="{83C53B1E-72B5-DA43-9903-4DF786AFB974}" destId="{5EE8B1B1-8AFC-AE48-9C35-328EC606539F}" srcOrd="0" destOrd="0" presId="urn:microsoft.com/office/officeart/2008/layout/RadialCluster"/>
    <dgm:cxn modelId="{DA264E18-365E-B648-8FA7-DF56519BB0B6}" srcId="{83C53B1E-72B5-DA43-9903-4DF786AFB974}" destId="{E430F55C-EE10-5146-8D0B-2DB7B4D6F1E9}" srcOrd="0" destOrd="0" parTransId="{39FE0B8C-5728-8D4D-8F2E-7CC685B7F058}" sibTransId="{75C77844-20C1-7147-86A4-AB93A120024D}"/>
    <dgm:cxn modelId="{C4D1FD2C-4120-544F-AFF8-F668EA6BEF25}" type="presOf" srcId="{39FE0B8C-5728-8D4D-8F2E-7CC685B7F058}" destId="{FC2EA324-0E44-C94F-A8B5-867E78D6DF57}" srcOrd="0" destOrd="0" presId="urn:microsoft.com/office/officeart/2008/layout/RadialCluster"/>
    <dgm:cxn modelId="{92DAB531-8F8F-A445-A228-7DEDD92D8D80}" srcId="{2CD00859-7B1F-C64B-AABB-C80FD2423C6A}" destId="{83C53B1E-72B5-DA43-9903-4DF786AFB974}" srcOrd="0" destOrd="0" parTransId="{BA4ABBB4-6736-7D4A-956C-3B176EEFC871}" sibTransId="{3F46D1E4-BBDA-1A46-B4D2-3DAF8FC4D3E1}"/>
    <dgm:cxn modelId="{890CF051-50B5-3E4B-8F02-10D690358037}" srcId="{83C53B1E-72B5-DA43-9903-4DF786AFB974}" destId="{A29AD5A2-A141-BE4C-BF1D-95D70986F075}" srcOrd="1" destOrd="0" parTransId="{AB530A5D-CF0F-1148-BBB8-601E9E7EC0D3}" sibTransId="{972F6333-907F-2447-8D24-AB68E8A3C758}"/>
    <dgm:cxn modelId="{76FB6F67-A450-D446-8DB1-E4DA8ADE0735}" type="presOf" srcId="{E430F55C-EE10-5146-8D0B-2DB7B4D6F1E9}" destId="{AA19E2E1-7DBF-3545-9BD6-AB45F14E4767}" srcOrd="0" destOrd="0" presId="urn:microsoft.com/office/officeart/2008/layout/RadialCluster"/>
    <dgm:cxn modelId="{A6F79F6C-ACCF-8448-933D-2A19D3CD9CE6}" type="presOf" srcId="{2817C409-EB8C-8343-B637-21183210E028}" destId="{750C28F0-5629-864F-BE0E-011F02ECB293}" srcOrd="0" destOrd="0" presId="urn:microsoft.com/office/officeart/2008/layout/RadialCluster"/>
    <dgm:cxn modelId="{B52E74D2-64AD-CA4A-96CC-05E7AE390B9A}" type="presOf" srcId="{AB530A5D-CF0F-1148-BBB8-601E9E7EC0D3}" destId="{F20F3835-CC99-FA44-8DCD-CF47A54ABE89}" srcOrd="0" destOrd="0" presId="urn:microsoft.com/office/officeart/2008/layout/RadialCluster"/>
    <dgm:cxn modelId="{51134DD8-C324-E048-9EBC-6DCCBADE173D}" type="presOf" srcId="{A29AD5A2-A141-BE4C-BF1D-95D70986F075}" destId="{D64F7197-5568-4A4B-BDC3-48688DC715E3}" srcOrd="0" destOrd="0" presId="urn:microsoft.com/office/officeart/2008/layout/RadialCluster"/>
    <dgm:cxn modelId="{6F7D7ADD-6229-4945-A268-38B8213B5037}" type="presOf" srcId="{170FD19C-AE59-0B46-8B55-FEA94046E442}" destId="{7921DBD9-B2DA-0A4D-A4B2-2FC6B271C050}" srcOrd="0" destOrd="0" presId="urn:microsoft.com/office/officeart/2008/layout/RadialCluster"/>
    <dgm:cxn modelId="{5959C8EA-3D67-C24D-9C02-0CFA98AFB703}" type="presOf" srcId="{2CD00859-7B1F-C64B-AABB-C80FD2423C6A}" destId="{0B5E624A-DE26-0F46-B73C-8176897C3F0A}" srcOrd="0" destOrd="0" presId="urn:microsoft.com/office/officeart/2008/layout/RadialCluster"/>
    <dgm:cxn modelId="{AD3896F5-3720-9141-84A9-BE31F0A845B7}" srcId="{83C53B1E-72B5-DA43-9903-4DF786AFB974}" destId="{2817C409-EB8C-8343-B637-21183210E028}" srcOrd="2" destOrd="0" parTransId="{170FD19C-AE59-0B46-8B55-FEA94046E442}" sibTransId="{74A7AAF5-E4F8-2B47-A9EC-B7F7295DBC9E}"/>
    <dgm:cxn modelId="{62950BA3-ADA7-9242-80B0-AEE5D2432488}" type="presParOf" srcId="{0B5E624A-DE26-0F46-B73C-8176897C3F0A}" destId="{836674A4-AD84-8949-BE4F-0A302322C31C}" srcOrd="0" destOrd="0" presId="urn:microsoft.com/office/officeart/2008/layout/RadialCluster"/>
    <dgm:cxn modelId="{F1A3A51F-9772-F040-BADD-E931E73DDBAB}" type="presParOf" srcId="{836674A4-AD84-8949-BE4F-0A302322C31C}" destId="{5EE8B1B1-8AFC-AE48-9C35-328EC606539F}" srcOrd="0" destOrd="0" presId="urn:microsoft.com/office/officeart/2008/layout/RadialCluster"/>
    <dgm:cxn modelId="{BFEB6604-6C45-204A-A922-52C9DCB3191C}" type="presParOf" srcId="{836674A4-AD84-8949-BE4F-0A302322C31C}" destId="{FC2EA324-0E44-C94F-A8B5-867E78D6DF57}" srcOrd="1" destOrd="0" presId="urn:microsoft.com/office/officeart/2008/layout/RadialCluster"/>
    <dgm:cxn modelId="{96512775-BFA1-7D4C-882D-4A8CFA3BA5FE}" type="presParOf" srcId="{836674A4-AD84-8949-BE4F-0A302322C31C}" destId="{AA19E2E1-7DBF-3545-9BD6-AB45F14E4767}" srcOrd="2" destOrd="0" presId="urn:microsoft.com/office/officeart/2008/layout/RadialCluster"/>
    <dgm:cxn modelId="{AC70FA50-BC25-6A46-B2D5-2A9C38D33533}" type="presParOf" srcId="{836674A4-AD84-8949-BE4F-0A302322C31C}" destId="{F20F3835-CC99-FA44-8DCD-CF47A54ABE89}" srcOrd="3" destOrd="0" presId="urn:microsoft.com/office/officeart/2008/layout/RadialCluster"/>
    <dgm:cxn modelId="{90CAA09D-19DE-7340-995C-10541ED55CC6}" type="presParOf" srcId="{836674A4-AD84-8949-BE4F-0A302322C31C}" destId="{D64F7197-5568-4A4B-BDC3-48688DC715E3}" srcOrd="4" destOrd="0" presId="urn:microsoft.com/office/officeart/2008/layout/RadialCluster"/>
    <dgm:cxn modelId="{336C454C-4BC4-6747-8652-545ECF04C9F7}" type="presParOf" srcId="{836674A4-AD84-8949-BE4F-0A302322C31C}" destId="{7921DBD9-B2DA-0A4D-A4B2-2FC6B271C050}" srcOrd="5" destOrd="0" presId="urn:microsoft.com/office/officeart/2008/layout/RadialCluster"/>
    <dgm:cxn modelId="{E5FFDA67-423F-7540-B577-D35BE3AE5DD2}" type="presParOf" srcId="{836674A4-AD84-8949-BE4F-0A302322C31C}" destId="{750C28F0-5629-864F-BE0E-011F02ECB293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CD00859-7B1F-C64B-AABB-C80FD2423C6A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3C53B1E-72B5-DA43-9903-4DF786AFB974}">
      <dgm:prSet phldrT="[文本]"/>
      <dgm:spPr/>
      <dgm:t>
        <a:bodyPr/>
        <a:lstStyle/>
        <a:p>
          <a:r>
            <a:rPr lang="en-US" altLang="zh-CN" dirty="0"/>
            <a:t>grades</a:t>
          </a:r>
          <a:endParaRPr lang="zh-CN" altLang="en-US" dirty="0"/>
        </a:p>
      </dgm:t>
    </dgm:pt>
    <dgm:pt modelId="{BA4ABBB4-6736-7D4A-956C-3B176EEFC871}" type="parTrans" cxnId="{92DAB531-8F8F-A445-A228-7DEDD92D8D80}">
      <dgm:prSet/>
      <dgm:spPr/>
      <dgm:t>
        <a:bodyPr/>
        <a:lstStyle/>
        <a:p>
          <a:endParaRPr lang="zh-CN" altLang="en-US"/>
        </a:p>
      </dgm:t>
    </dgm:pt>
    <dgm:pt modelId="{3F46D1E4-BBDA-1A46-B4D2-3DAF8FC4D3E1}" type="sibTrans" cxnId="{92DAB531-8F8F-A445-A228-7DEDD92D8D80}">
      <dgm:prSet/>
      <dgm:spPr/>
      <dgm:t>
        <a:bodyPr/>
        <a:lstStyle/>
        <a:p>
          <a:endParaRPr lang="zh-CN" altLang="en-US"/>
        </a:p>
      </dgm:t>
    </dgm:pt>
    <dgm:pt modelId="{E430F55C-EE10-5146-8D0B-2DB7B4D6F1E9}">
      <dgm:prSet phldrT="[文本]"/>
      <dgm:spPr/>
      <dgm:t>
        <a:bodyPr/>
        <a:lstStyle/>
        <a:p>
          <a:r>
            <a:rPr lang="en-US" altLang="zh-CN" u="sng" dirty="0" err="1"/>
            <a:t>of_id</a:t>
          </a:r>
          <a:endParaRPr lang="zh-CN" altLang="en-US" u="sng" dirty="0"/>
        </a:p>
      </dgm:t>
    </dgm:pt>
    <dgm:pt modelId="{39FE0B8C-5728-8D4D-8F2E-7CC685B7F058}" type="parTrans" cxnId="{DA264E18-365E-B648-8FA7-DF56519BB0B6}">
      <dgm:prSet/>
      <dgm:spPr/>
      <dgm:t>
        <a:bodyPr/>
        <a:lstStyle/>
        <a:p>
          <a:endParaRPr lang="zh-CN" altLang="en-US"/>
        </a:p>
      </dgm:t>
    </dgm:pt>
    <dgm:pt modelId="{75C77844-20C1-7147-86A4-AB93A120024D}" type="sibTrans" cxnId="{DA264E18-365E-B648-8FA7-DF56519BB0B6}">
      <dgm:prSet/>
      <dgm:spPr/>
      <dgm:t>
        <a:bodyPr/>
        <a:lstStyle/>
        <a:p>
          <a:endParaRPr lang="zh-CN" altLang="en-US"/>
        </a:p>
      </dgm:t>
    </dgm:pt>
    <dgm:pt modelId="{2817C409-EB8C-8343-B637-21183210E028}">
      <dgm:prSet phldrT="[文本]"/>
      <dgm:spPr/>
      <dgm:t>
        <a:bodyPr/>
        <a:lstStyle/>
        <a:p>
          <a:r>
            <a:rPr lang="en-US" altLang="zh-CN" dirty="0"/>
            <a:t>grade</a:t>
          </a:r>
        </a:p>
      </dgm:t>
    </dgm:pt>
    <dgm:pt modelId="{170FD19C-AE59-0B46-8B55-FEA94046E442}" type="parTrans" cxnId="{AD3896F5-3720-9141-84A9-BE31F0A845B7}">
      <dgm:prSet/>
      <dgm:spPr/>
      <dgm:t>
        <a:bodyPr/>
        <a:lstStyle/>
        <a:p>
          <a:endParaRPr lang="zh-CN" altLang="en-US"/>
        </a:p>
      </dgm:t>
    </dgm:pt>
    <dgm:pt modelId="{74A7AAF5-E4F8-2B47-A9EC-B7F7295DBC9E}" type="sibTrans" cxnId="{AD3896F5-3720-9141-84A9-BE31F0A845B7}">
      <dgm:prSet/>
      <dgm:spPr/>
      <dgm:t>
        <a:bodyPr/>
        <a:lstStyle/>
        <a:p>
          <a:endParaRPr lang="zh-CN" altLang="en-US"/>
        </a:p>
      </dgm:t>
    </dgm:pt>
    <dgm:pt modelId="{0B5E624A-DE26-0F46-B73C-8176897C3F0A}" type="pres">
      <dgm:prSet presAssocID="{2CD00859-7B1F-C64B-AABB-C80FD2423C6A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836674A4-AD84-8949-BE4F-0A302322C31C}" type="pres">
      <dgm:prSet presAssocID="{83C53B1E-72B5-DA43-9903-4DF786AFB974}" presName="singleCycle" presStyleCnt="0"/>
      <dgm:spPr/>
    </dgm:pt>
    <dgm:pt modelId="{5EE8B1B1-8AFC-AE48-9C35-328EC606539F}" type="pres">
      <dgm:prSet presAssocID="{83C53B1E-72B5-DA43-9903-4DF786AFB974}" presName="singleCenter" presStyleLbl="node1" presStyleIdx="0" presStyleCnt="3" custLinFactNeighborX="20159" custLinFactNeighborY="-7666">
        <dgm:presLayoutVars>
          <dgm:chMax val="7"/>
          <dgm:chPref val="7"/>
        </dgm:presLayoutVars>
      </dgm:prSet>
      <dgm:spPr/>
    </dgm:pt>
    <dgm:pt modelId="{FC2EA324-0E44-C94F-A8B5-867E78D6DF57}" type="pres">
      <dgm:prSet presAssocID="{39FE0B8C-5728-8D4D-8F2E-7CC685B7F058}" presName="Name56" presStyleLbl="parChTrans1D2" presStyleIdx="0" presStyleCnt="2"/>
      <dgm:spPr/>
    </dgm:pt>
    <dgm:pt modelId="{AA19E2E1-7DBF-3545-9BD6-AB45F14E4767}" type="pres">
      <dgm:prSet presAssocID="{E430F55C-EE10-5146-8D0B-2DB7B4D6F1E9}" presName="text0" presStyleLbl="node1" presStyleIdx="1" presStyleCnt="3" custScaleX="248562" custRadScaleRad="114936" custRadScaleInc="-124619">
        <dgm:presLayoutVars>
          <dgm:bulletEnabled val="1"/>
        </dgm:presLayoutVars>
      </dgm:prSet>
      <dgm:spPr>
        <a:prstGeom prst="ellipse">
          <a:avLst/>
        </a:prstGeom>
      </dgm:spPr>
    </dgm:pt>
    <dgm:pt modelId="{7921DBD9-B2DA-0A4D-A4B2-2FC6B271C050}" type="pres">
      <dgm:prSet presAssocID="{170FD19C-AE59-0B46-8B55-FEA94046E442}" presName="Name56" presStyleLbl="parChTrans1D2" presStyleIdx="1" presStyleCnt="2"/>
      <dgm:spPr/>
    </dgm:pt>
    <dgm:pt modelId="{750C28F0-5629-864F-BE0E-011F02ECB293}" type="pres">
      <dgm:prSet presAssocID="{2817C409-EB8C-8343-B637-21183210E028}" presName="text0" presStyleLbl="node1" presStyleIdx="2" presStyleCnt="3" custScaleX="285076" custScaleY="97612" custRadScaleRad="108785" custRadScaleInc="129584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C259030E-6677-9441-B698-B1C57D184A3A}" type="presOf" srcId="{83C53B1E-72B5-DA43-9903-4DF786AFB974}" destId="{5EE8B1B1-8AFC-AE48-9C35-328EC606539F}" srcOrd="0" destOrd="0" presId="urn:microsoft.com/office/officeart/2008/layout/RadialCluster"/>
    <dgm:cxn modelId="{DA264E18-365E-B648-8FA7-DF56519BB0B6}" srcId="{83C53B1E-72B5-DA43-9903-4DF786AFB974}" destId="{E430F55C-EE10-5146-8D0B-2DB7B4D6F1E9}" srcOrd="0" destOrd="0" parTransId="{39FE0B8C-5728-8D4D-8F2E-7CC685B7F058}" sibTransId="{75C77844-20C1-7147-86A4-AB93A120024D}"/>
    <dgm:cxn modelId="{C4D1FD2C-4120-544F-AFF8-F668EA6BEF25}" type="presOf" srcId="{39FE0B8C-5728-8D4D-8F2E-7CC685B7F058}" destId="{FC2EA324-0E44-C94F-A8B5-867E78D6DF57}" srcOrd="0" destOrd="0" presId="urn:microsoft.com/office/officeart/2008/layout/RadialCluster"/>
    <dgm:cxn modelId="{92DAB531-8F8F-A445-A228-7DEDD92D8D80}" srcId="{2CD00859-7B1F-C64B-AABB-C80FD2423C6A}" destId="{83C53B1E-72B5-DA43-9903-4DF786AFB974}" srcOrd="0" destOrd="0" parTransId="{BA4ABBB4-6736-7D4A-956C-3B176EEFC871}" sibTransId="{3F46D1E4-BBDA-1A46-B4D2-3DAF8FC4D3E1}"/>
    <dgm:cxn modelId="{76FB6F67-A450-D446-8DB1-E4DA8ADE0735}" type="presOf" srcId="{E430F55C-EE10-5146-8D0B-2DB7B4D6F1E9}" destId="{AA19E2E1-7DBF-3545-9BD6-AB45F14E4767}" srcOrd="0" destOrd="0" presId="urn:microsoft.com/office/officeart/2008/layout/RadialCluster"/>
    <dgm:cxn modelId="{A6F79F6C-ACCF-8448-933D-2A19D3CD9CE6}" type="presOf" srcId="{2817C409-EB8C-8343-B637-21183210E028}" destId="{750C28F0-5629-864F-BE0E-011F02ECB293}" srcOrd="0" destOrd="0" presId="urn:microsoft.com/office/officeart/2008/layout/RadialCluster"/>
    <dgm:cxn modelId="{6F7D7ADD-6229-4945-A268-38B8213B5037}" type="presOf" srcId="{170FD19C-AE59-0B46-8B55-FEA94046E442}" destId="{7921DBD9-B2DA-0A4D-A4B2-2FC6B271C050}" srcOrd="0" destOrd="0" presId="urn:microsoft.com/office/officeart/2008/layout/RadialCluster"/>
    <dgm:cxn modelId="{5959C8EA-3D67-C24D-9C02-0CFA98AFB703}" type="presOf" srcId="{2CD00859-7B1F-C64B-AABB-C80FD2423C6A}" destId="{0B5E624A-DE26-0F46-B73C-8176897C3F0A}" srcOrd="0" destOrd="0" presId="urn:microsoft.com/office/officeart/2008/layout/RadialCluster"/>
    <dgm:cxn modelId="{AD3896F5-3720-9141-84A9-BE31F0A845B7}" srcId="{83C53B1E-72B5-DA43-9903-4DF786AFB974}" destId="{2817C409-EB8C-8343-B637-21183210E028}" srcOrd="1" destOrd="0" parTransId="{170FD19C-AE59-0B46-8B55-FEA94046E442}" sibTransId="{74A7AAF5-E4F8-2B47-A9EC-B7F7295DBC9E}"/>
    <dgm:cxn modelId="{62950BA3-ADA7-9242-80B0-AEE5D2432488}" type="presParOf" srcId="{0B5E624A-DE26-0F46-B73C-8176897C3F0A}" destId="{836674A4-AD84-8949-BE4F-0A302322C31C}" srcOrd="0" destOrd="0" presId="urn:microsoft.com/office/officeart/2008/layout/RadialCluster"/>
    <dgm:cxn modelId="{F1A3A51F-9772-F040-BADD-E931E73DDBAB}" type="presParOf" srcId="{836674A4-AD84-8949-BE4F-0A302322C31C}" destId="{5EE8B1B1-8AFC-AE48-9C35-328EC606539F}" srcOrd="0" destOrd="0" presId="urn:microsoft.com/office/officeart/2008/layout/RadialCluster"/>
    <dgm:cxn modelId="{BFEB6604-6C45-204A-A922-52C9DCB3191C}" type="presParOf" srcId="{836674A4-AD84-8949-BE4F-0A302322C31C}" destId="{FC2EA324-0E44-C94F-A8B5-867E78D6DF57}" srcOrd="1" destOrd="0" presId="urn:microsoft.com/office/officeart/2008/layout/RadialCluster"/>
    <dgm:cxn modelId="{96512775-BFA1-7D4C-882D-4A8CFA3BA5FE}" type="presParOf" srcId="{836674A4-AD84-8949-BE4F-0A302322C31C}" destId="{AA19E2E1-7DBF-3545-9BD6-AB45F14E4767}" srcOrd="2" destOrd="0" presId="urn:microsoft.com/office/officeart/2008/layout/RadialCluster"/>
    <dgm:cxn modelId="{336C454C-4BC4-6747-8652-545ECF04C9F7}" type="presParOf" srcId="{836674A4-AD84-8949-BE4F-0A302322C31C}" destId="{7921DBD9-B2DA-0A4D-A4B2-2FC6B271C050}" srcOrd="3" destOrd="0" presId="urn:microsoft.com/office/officeart/2008/layout/RadialCluster"/>
    <dgm:cxn modelId="{E5FFDA67-423F-7540-B577-D35BE3AE5DD2}" type="presParOf" srcId="{836674A4-AD84-8949-BE4F-0A302322C31C}" destId="{750C28F0-5629-864F-BE0E-011F02ECB293}" srcOrd="4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8B1B1-8AFC-AE48-9C35-328EC606539F}">
      <dsp:nvSpPr>
        <dsp:cNvPr id="0" name=""/>
        <dsp:cNvSpPr/>
      </dsp:nvSpPr>
      <dsp:spPr>
        <a:xfrm>
          <a:off x="879392" y="887812"/>
          <a:ext cx="572493" cy="572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/>
            <a:t>workshop</a:t>
          </a:r>
          <a:endParaRPr lang="zh-CN" altLang="en-US" sz="800" kern="1200" dirty="0"/>
        </a:p>
      </dsp:txBody>
      <dsp:txXfrm>
        <a:off x="907339" y="915759"/>
        <a:ext cx="516599" cy="516599"/>
      </dsp:txXfrm>
    </dsp:sp>
    <dsp:sp modelId="{FC2EA324-0E44-C94F-A8B5-867E78D6DF57}">
      <dsp:nvSpPr>
        <dsp:cNvPr id="0" name=""/>
        <dsp:cNvSpPr/>
      </dsp:nvSpPr>
      <dsp:spPr>
        <a:xfrm rot="13354848">
          <a:off x="745554" y="858863"/>
          <a:ext cx="15416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4162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9E2E1-7DBF-3545-9BD6-AB45F14E4767}">
      <dsp:nvSpPr>
        <dsp:cNvPr id="0" name=""/>
        <dsp:cNvSpPr/>
      </dsp:nvSpPr>
      <dsp:spPr>
        <a:xfrm>
          <a:off x="382307" y="438685"/>
          <a:ext cx="383570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00" u="sng" kern="1200" dirty="0" err="1"/>
            <a:t>wname</a:t>
          </a:r>
          <a:endParaRPr lang="zh-CN" altLang="en-US" sz="600" u="sng" kern="1200" dirty="0"/>
        </a:p>
      </dsp:txBody>
      <dsp:txXfrm>
        <a:off x="438480" y="494858"/>
        <a:ext cx="271224" cy="271224"/>
      </dsp:txXfrm>
    </dsp:sp>
    <dsp:sp modelId="{E451A5E2-E591-B14F-9431-AC01C96D9CA3}">
      <dsp:nvSpPr>
        <dsp:cNvPr id="0" name=""/>
        <dsp:cNvSpPr/>
      </dsp:nvSpPr>
      <dsp:spPr>
        <a:xfrm rot="11394288">
          <a:off x="566209" y="1096939"/>
          <a:ext cx="31553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5534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51C44B-74FD-2341-B11A-EE4EBDB1D9DA}">
      <dsp:nvSpPr>
        <dsp:cNvPr id="0" name=""/>
        <dsp:cNvSpPr/>
      </dsp:nvSpPr>
      <dsp:spPr>
        <a:xfrm>
          <a:off x="184989" y="844527"/>
          <a:ext cx="383570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00" kern="1200" dirty="0"/>
            <a:t>address</a:t>
          </a:r>
          <a:endParaRPr lang="zh-CN" altLang="en-US" sz="500" kern="1200" dirty="0"/>
        </a:p>
      </dsp:txBody>
      <dsp:txXfrm>
        <a:off x="241162" y="900700"/>
        <a:ext cx="271224" cy="271224"/>
      </dsp:txXfrm>
    </dsp:sp>
    <dsp:sp modelId="{F79EE1CF-71FA-2449-AFE9-3E450BBF391E}">
      <dsp:nvSpPr>
        <dsp:cNvPr id="0" name=""/>
        <dsp:cNvSpPr/>
      </dsp:nvSpPr>
      <dsp:spPr>
        <a:xfrm rot="9431172">
          <a:off x="565372" y="1357824"/>
          <a:ext cx="32680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26802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605264-9707-244F-94BA-56B9A58DD2DC}">
      <dsp:nvSpPr>
        <dsp:cNvPr id="0" name=""/>
        <dsp:cNvSpPr/>
      </dsp:nvSpPr>
      <dsp:spPr>
        <a:xfrm>
          <a:off x="194584" y="1310069"/>
          <a:ext cx="383570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00" kern="1200" dirty="0"/>
            <a:t>Phone</a:t>
          </a: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00" kern="1200" dirty="0"/>
            <a:t>number</a:t>
          </a:r>
          <a:endParaRPr lang="zh-CN" altLang="en-US" sz="500" kern="1200" dirty="0"/>
        </a:p>
      </dsp:txBody>
      <dsp:txXfrm>
        <a:off x="250757" y="1366242"/>
        <a:ext cx="271224" cy="2712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8B1B1-8AFC-AE48-9C35-328EC606539F}">
      <dsp:nvSpPr>
        <dsp:cNvPr id="0" name=""/>
        <dsp:cNvSpPr/>
      </dsp:nvSpPr>
      <dsp:spPr>
        <a:xfrm>
          <a:off x="879392" y="667909"/>
          <a:ext cx="572493" cy="572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00" kern="1200" dirty="0"/>
            <a:t>maintenance </a:t>
          </a:r>
        </a:p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00" kern="1200" dirty="0"/>
            <a:t>work</a:t>
          </a:r>
          <a:endParaRPr lang="zh-CN" altLang="en-US" sz="600" kern="1200" dirty="0"/>
        </a:p>
      </dsp:txBody>
      <dsp:txXfrm>
        <a:off x="907339" y="695856"/>
        <a:ext cx="516599" cy="516599"/>
      </dsp:txXfrm>
    </dsp:sp>
    <dsp:sp modelId="{FC2EA324-0E44-C94F-A8B5-867E78D6DF57}">
      <dsp:nvSpPr>
        <dsp:cNvPr id="0" name=""/>
        <dsp:cNvSpPr/>
      </dsp:nvSpPr>
      <dsp:spPr>
        <a:xfrm rot="14066136">
          <a:off x="875176" y="623781"/>
          <a:ext cx="10849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8494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9E2E1-7DBF-3545-9BD6-AB45F14E4767}">
      <dsp:nvSpPr>
        <dsp:cNvPr id="0" name=""/>
        <dsp:cNvSpPr/>
      </dsp:nvSpPr>
      <dsp:spPr>
        <a:xfrm>
          <a:off x="568962" y="196082"/>
          <a:ext cx="383570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u="sng" kern="1200" dirty="0"/>
            <a:t>number</a:t>
          </a:r>
          <a:endParaRPr lang="zh-CN" altLang="en-US" sz="500" u="sng" kern="1200" dirty="0"/>
        </a:p>
      </dsp:txBody>
      <dsp:txXfrm>
        <a:off x="625135" y="252255"/>
        <a:ext cx="271224" cy="271224"/>
      </dsp:txXfrm>
    </dsp:sp>
    <dsp:sp modelId="{E451A5E2-E591-B14F-9431-AC01C96D9CA3}">
      <dsp:nvSpPr>
        <dsp:cNvPr id="0" name=""/>
        <dsp:cNvSpPr/>
      </dsp:nvSpPr>
      <dsp:spPr>
        <a:xfrm rot="10356741">
          <a:off x="381496" y="1023414"/>
          <a:ext cx="49997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99970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51C44B-74FD-2341-B11A-EE4EBDB1D9DA}">
      <dsp:nvSpPr>
        <dsp:cNvPr id="0" name=""/>
        <dsp:cNvSpPr/>
      </dsp:nvSpPr>
      <dsp:spPr>
        <a:xfrm>
          <a:off x="0" y="888639"/>
          <a:ext cx="383570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900" kern="1200" dirty="0"/>
            <a:t>start</a:t>
          </a:r>
          <a:endParaRPr lang="zh-CN" altLang="en-US" sz="900" kern="1200" dirty="0"/>
        </a:p>
      </dsp:txBody>
      <dsp:txXfrm>
        <a:off x="56173" y="944812"/>
        <a:ext cx="271224" cy="271224"/>
      </dsp:txXfrm>
    </dsp:sp>
    <dsp:sp modelId="{F79EE1CF-71FA-2449-AFE9-3E450BBF391E}">
      <dsp:nvSpPr>
        <dsp:cNvPr id="0" name=""/>
        <dsp:cNvSpPr/>
      </dsp:nvSpPr>
      <dsp:spPr>
        <a:xfrm rot="8285274">
          <a:off x="695045" y="1281702"/>
          <a:ext cx="21138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11386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605264-9707-244F-94BA-56B9A58DD2DC}">
      <dsp:nvSpPr>
        <dsp:cNvPr id="0" name=""/>
        <dsp:cNvSpPr/>
      </dsp:nvSpPr>
      <dsp:spPr>
        <a:xfrm>
          <a:off x="338513" y="1332671"/>
          <a:ext cx="383570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00" kern="1200" dirty="0"/>
            <a:t>end</a:t>
          </a:r>
          <a:endParaRPr lang="zh-CN" altLang="en-US" sz="1000" kern="1200" dirty="0"/>
        </a:p>
      </dsp:txBody>
      <dsp:txXfrm>
        <a:off x="394686" y="1388844"/>
        <a:ext cx="271224" cy="271224"/>
      </dsp:txXfrm>
    </dsp:sp>
    <dsp:sp modelId="{90225896-FCAD-3C47-997A-4A327A4B5329}">
      <dsp:nvSpPr>
        <dsp:cNvPr id="0" name=""/>
        <dsp:cNvSpPr/>
      </dsp:nvSpPr>
      <dsp:spPr>
        <a:xfrm rot="11916801">
          <a:off x="369891" y="774254"/>
          <a:ext cx="52318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23183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9A6DCD-FE8C-C84E-A986-BAEAABF084A2}">
      <dsp:nvSpPr>
        <dsp:cNvPr id="0" name=""/>
        <dsp:cNvSpPr/>
      </dsp:nvSpPr>
      <dsp:spPr>
        <a:xfrm>
          <a:off x="3" y="434381"/>
          <a:ext cx="383570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700" kern="1200" dirty="0"/>
            <a:t>labor hours </a:t>
          </a:r>
          <a:endParaRPr lang="zh-CN" altLang="en-US" sz="700" kern="1200" dirty="0"/>
        </a:p>
      </dsp:txBody>
      <dsp:txXfrm>
        <a:off x="56176" y="490554"/>
        <a:ext cx="271224" cy="2712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8B1B1-8AFC-AE48-9C35-328EC606539F}">
      <dsp:nvSpPr>
        <dsp:cNvPr id="0" name=""/>
        <dsp:cNvSpPr/>
      </dsp:nvSpPr>
      <dsp:spPr>
        <a:xfrm>
          <a:off x="879392" y="887812"/>
          <a:ext cx="572493" cy="572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700" kern="1200" dirty="0"/>
            <a:t>automobile</a:t>
          </a:r>
          <a:endParaRPr lang="zh-CN" altLang="en-US" sz="700" kern="1200" dirty="0"/>
        </a:p>
      </dsp:txBody>
      <dsp:txXfrm>
        <a:off x="907339" y="915759"/>
        <a:ext cx="516599" cy="516599"/>
      </dsp:txXfrm>
    </dsp:sp>
    <dsp:sp modelId="{FC2EA324-0E44-C94F-A8B5-867E78D6DF57}">
      <dsp:nvSpPr>
        <dsp:cNvPr id="0" name=""/>
        <dsp:cNvSpPr/>
      </dsp:nvSpPr>
      <dsp:spPr>
        <a:xfrm rot="16362216">
          <a:off x="1057524" y="760302"/>
          <a:ext cx="25530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5304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9E2E1-7DBF-3545-9BD6-AB45F14E4767}">
      <dsp:nvSpPr>
        <dsp:cNvPr id="0" name=""/>
        <dsp:cNvSpPr/>
      </dsp:nvSpPr>
      <dsp:spPr>
        <a:xfrm>
          <a:off x="1008469" y="249221"/>
          <a:ext cx="383570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00" u="sng" kern="1200" dirty="0"/>
            <a:t>registration</a:t>
          </a:r>
          <a:endParaRPr lang="zh-CN" altLang="en-US" sz="500" u="sng" kern="1200" dirty="0"/>
        </a:p>
      </dsp:txBody>
      <dsp:txXfrm>
        <a:off x="1064642" y="305394"/>
        <a:ext cx="271224" cy="271224"/>
      </dsp:txXfrm>
    </dsp:sp>
    <dsp:sp modelId="{E451A5E2-E591-B14F-9431-AC01C96D9CA3}">
      <dsp:nvSpPr>
        <dsp:cNvPr id="0" name=""/>
        <dsp:cNvSpPr/>
      </dsp:nvSpPr>
      <dsp:spPr>
        <a:xfrm rot="20696148">
          <a:off x="1445853" y="1051394"/>
          <a:ext cx="35107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51072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51C44B-74FD-2341-B11A-EE4EBDB1D9DA}">
      <dsp:nvSpPr>
        <dsp:cNvPr id="0" name=""/>
        <dsp:cNvSpPr/>
      </dsp:nvSpPr>
      <dsp:spPr>
        <a:xfrm>
          <a:off x="1790894" y="762367"/>
          <a:ext cx="383570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00" kern="1200" dirty="0"/>
            <a:t>Make/model</a:t>
          </a:r>
          <a:endParaRPr lang="zh-CN" altLang="en-US" sz="500" kern="1200" dirty="0"/>
        </a:p>
      </dsp:txBody>
      <dsp:txXfrm>
        <a:off x="1847067" y="818540"/>
        <a:ext cx="271224" cy="271224"/>
      </dsp:txXfrm>
    </dsp:sp>
    <dsp:sp modelId="{F79EE1CF-71FA-2449-AFE9-3E450BBF391E}">
      <dsp:nvSpPr>
        <dsp:cNvPr id="0" name=""/>
        <dsp:cNvSpPr/>
      </dsp:nvSpPr>
      <dsp:spPr>
        <a:xfrm rot="587880">
          <a:off x="1449229" y="1254481"/>
          <a:ext cx="36419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64193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605264-9707-244F-94BA-56B9A58DD2DC}">
      <dsp:nvSpPr>
        <dsp:cNvPr id="0" name=""/>
        <dsp:cNvSpPr/>
      </dsp:nvSpPr>
      <dsp:spPr>
        <a:xfrm>
          <a:off x="1810767" y="1126804"/>
          <a:ext cx="383570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00" kern="1200" dirty="0"/>
            <a:t>owner</a:t>
          </a:r>
        </a:p>
      </dsp:txBody>
      <dsp:txXfrm>
        <a:off x="1866940" y="1182977"/>
        <a:ext cx="271224" cy="2712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8B1B1-8AFC-AE48-9C35-328EC606539F}">
      <dsp:nvSpPr>
        <dsp:cNvPr id="0" name=""/>
        <dsp:cNvSpPr/>
      </dsp:nvSpPr>
      <dsp:spPr>
        <a:xfrm>
          <a:off x="826861" y="636248"/>
          <a:ext cx="572493" cy="572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900" kern="1200" dirty="0"/>
            <a:t>customer</a:t>
          </a:r>
          <a:endParaRPr lang="zh-CN" altLang="en-US" sz="900" kern="1200" dirty="0"/>
        </a:p>
      </dsp:txBody>
      <dsp:txXfrm>
        <a:off x="854808" y="664195"/>
        <a:ext cx="516599" cy="516599"/>
      </dsp:txXfrm>
    </dsp:sp>
    <dsp:sp modelId="{FC2EA324-0E44-C94F-A8B5-867E78D6DF57}">
      <dsp:nvSpPr>
        <dsp:cNvPr id="0" name=""/>
        <dsp:cNvSpPr/>
      </dsp:nvSpPr>
      <dsp:spPr>
        <a:xfrm rot="16321662">
          <a:off x="1047237" y="557505"/>
          <a:ext cx="15758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7585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9E2E1-7DBF-3545-9BD6-AB45F14E4767}">
      <dsp:nvSpPr>
        <dsp:cNvPr id="0" name=""/>
        <dsp:cNvSpPr/>
      </dsp:nvSpPr>
      <dsp:spPr>
        <a:xfrm>
          <a:off x="943822" y="95191"/>
          <a:ext cx="383570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u="sng" kern="1200" dirty="0"/>
            <a:t>SIN</a:t>
          </a:r>
          <a:endParaRPr lang="zh-CN" altLang="en-US" sz="1100" u="sng" kern="1200" dirty="0"/>
        </a:p>
      </dsp:txBody>
      <dsp:txXfrm>
        <a:off x="999995" y="151364"/>
        <a:ext cx="271224" cy="271224"/>
      </dsp:txXfrm>
    </dsp:sp>
    <dsp:sp modelId="{E451A5E2-E591-B14F-9431-AC01C96D9CA3}">
      <dsp:nvSpPr>
        <dsp:cNvPr id="0" name=""/>
        <dsp:cNvSpPr/>
      </dsp:nvSpPr>
      <dsp:spPr>
        <a:xfrm rot="19992149">
          <a:off x="1379007" y="692500"/>
          <a:ext cx="37892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8922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51C44B-74FD-2341-B11A-EE4EBDB1D9DA}">
      <dsp:nvSpPr>
        <dsp:cNvPr id="0" name=""/>
        <dsp:cNvSpPr/>
      </dsp:nvSpPr>
      <dsp:spPr>
        <a:xfrm>
          <a:off x="1737583" y="160304"/>
          <a:ext cx="593694" cy="5936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/>
            <a:t>surname</a:t>
          </a:r>
          <a:endParaRPr lang="zh-CN" altLang="en-US" sz="800" kern="1200" dirty="0"/>
        </a:p>
      </dsp:txBody>
      <dsp:txXfrm>
        <a:off x="1824527" y="247248"/>
        <a:ext cx="419806" cy="419806"/>
      </dsp:txXfrm>
    </dsp:sp>
    <dsp:sp modelId="{F79EE1CF-71FA-2449-AFE9-3E450BBF391E}">
      <dsp:nvSpPr>
        <dsp:cNvPr id="0" name=""/>
        <dsp:cNvSpPr/>
      </dsp:nvSpPr>
      <dsp:spPr>
        <a:xfrm rot="390177">
          <a:off x="1398235" y="974823"/>
          <a:ext cx="34786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47869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605264-9707-244F-94BA-56B9A58DD2DC}">
      <dsp:nvSpPr>
        <dsp:cNvPr id="0" name=""/>
        <dsp:cNvSpPr/>
      </dsp:nvSpPr>
      <dsp:spPr>
        <a:xfrm>
          <a:off x="1744986" y="769835"/>
          <a:ext cx="533761" cy="5102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900" kern="1200" dirty="0"/>
            <a:t>first name</a:t>
          </a:r>
        </a:p>
      </dsp:txBody>
      <dsp:txXfrm>
        <a:off x="1823153" y="844554"/>
        <a:ext cx="377427" cy="360776"/>
      </dsp:txXfrm>
    </dsp:sp>
    <dsp:sp modelId="{0768A73E-921B-2849-B16E-CB599F9A4AEC}">
      <dsp:nvSpPr>
        <dsp:cNvPr id="0" name=""/>
        <dsp:cNvSpPr/>
      </dsp:nvSpPr>
      <dsp:spPr>
        <a:xfrm rot="2210841">
          <a:off x="1359387" y="1256984"/>
          <a:ext cx="40014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00143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49D65E-DBCD-C447-9CFA-0AB654F2564C}">
      <dsp:nvSpPr>
        <dsp:cNvPr id="0" name=""/>
        <dsp:cNvSpPr/>
      </dsp:nvSpPr>
      <dsp:spPr>
        <a:xfrm>
          <a:off x="1719564" y="1328900"/>
          <a:ext cx="383570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00" kern="1200" dirty="0"/>
            <a:t>phone</a:t>
          </a:r>
        </a:p>
      </dsp:txBody>
      <dsp:txXfrm>
        <a:off x="1775737" y="1385073"/>
        <a:ext cx="271224" cy="2712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8B1B1-8AFC-AE48-9C35-328EC606539F}">
      <dsp:nvSpPr>
        <dsp:cNvPr id="0" name=""/>
        <dsp:cNvSpPr/>
      </dsp:nvSpPr>
      <dsp:spPr>
        <a:xfrm>
          <a:off x="1165646" y="1095132"/>
          <a:ext cx="572493" cy="572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Spare parts</a:t>
          </a:r>
        </a:p>
      </dsp:txBody>
      <dsp:txXfrm>
        <a:off x="1193593" y="1123079"/>
        <a:ext cx="516599" cy="516599"/>
      </dsp:txXfrm>
    </dsp:sp>
    <dsp:sp modelId="{FC2EA324-0E44-C94F-A8B5-867E78D6DF57}">
      <dsp:nvSpPr>
        <dsp:cNvPr id="0" name=""/>
        <dsp:cNvSpPr/>
      </dsp:nvSpPr>
      <dsp:spPr>
        <a:xfrm rot="13940292">
          <a:off x="1005726" y="984453"/>
          <a:ext cx="27962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9621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9E2E1-7DBF-3545-9BD6-AB45F14E4767}">
      <dsp:nvSpPr>
        <dsp:cNvPr id="0" name=""/>
        <dsp:cNvSpPr/>
      </dsp:nvSpPr>
      <dsp:spPr>
        <a:xfrm>
          <a:off x="372880" y="98041"/>
          <a:ext cx="775733" cy="7757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u="sng" kern="1200" dirty="0"/>
            <a:t>code</a:t>
          </a:r>
          <a:endParaRPr lang="zh-CN" altLang="en-US" sz="500" u="sng" kern="1200" dirty="0"/>
        </a:p>
      </dsp:txBody>
      <dsp:txXfrm>
        <a:off x="486483" y="211644"/>
        <a:ext cx="548527" cy="548527"/>
      </dsp:txXfrm>
    </dsp:sp>
    <dsp:sp modelId="{E451A5E2-E591-B14F-9431-AC01C96D9CA3}">
      <dsp:nvSpPr>
        <dsp:cNvPr id="0" name=""/>
        <dsp:cNvSpPr/>
      </dsp:nvSpPr>
      <dsp:spPr>
        <a:xfrm rot="11348866">
          <a:off x="378534" y="1272316"/>
          <a:ext cx="79214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92149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51C44B-74FD-2341-B11A-EE4EBDB1D9DA}">
      <dsp:nvSpPr>
        <dsp:cNvPr id="0" name=""/>
        <dsp:cNvSpPr/>
      </dsp:nvSpPr>
      <dsp:spPr>
        <a:xfrm>
          <a:off x="0" y="986679"/>
          <a:ext cx="383570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700" kern="1200" dirty="0"/>
            <a:t>name</a:t>
          </a:r>
          <a:endParaRPr lang="zh-CN" altLang="en-US" sz="700" kern="1200" dirty="0"/>
        </a:p>
      </dsp:txBody>
      <dsp:txXfrm>
        <a:off x="56173" y="1042852"/>
        <a:ext cx="271224" cy="271224"/>
      </dsp:txXfrm>
    </dsp:sp>
    <dsp:sp modelId="{F79EE1CF-71FA-2449-AFE9-3E450BBF391E}">
      <dsp:nvSpPr>
        <dsp:cNvPr id="0" name=""/>
        <dsp:cNvSpPr/>
      </dsp:nvSpPr>
      <dsp:spPr>
        <a:xfrm rot="9920296">
          <a:off x="714619" y="1514295"/>
          <a:ext cx="45849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58491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605264-9707-244F-94BA-56B9A58DD2DC}">
      <dsp:nvSpPr>
        <dsp:cNvPr id="0" name=""/>
        <dsp:cNvSpPr/>
      </dsp:nvSpPr>
      <dsp:spPr>
        <a:xfrm>
          <a:off x="338513" y="1430711"/>
          <a:ext cx="383570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700" kern="1200" dirty="0"/>
            <a:t>unit cost</a:t>
          </a:r>
          <a:endParaRPr lang="zh-CN" altLang="en-US" sz="700" kern="1200" dirty="0"/>
        </a:p>
      </dsp:txBody>
      <dsp:txXfrm>
        <a:off x="394686" y="1486884"/>
        <a:ext cx="271224" cy="271224"/>
      </dsp:txXfrm>
    </dsp:sp>
    <dsp:sp modelId="{90225896-FCAD-3C47-997A-4A327A4B5329}">
      <dsp:nvSpPr>
        <dsp:cNvPr id="0" name=""/>
        <dsp:cNvSpPr/>
      </dsp:nvSpPr>
      <dsp:spPr>
        <a:xfrm rot="12452580">
          <a:off x="333590" y="1028161"/>
          <a:ext cx="88203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82039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9A6DCD-FE8C-C84E-A986-BAEAABF084A2}">
      <dsp:nvSpPr>
        <dsp:cNvPr id="0" name=""/>
        <dsp:cNvSpPr/>
      </dsp:nvSpPr>
      <dsp:spPr>
        <a:xfrm>
          <a:off x="3" y="532422"/>
          <a:ext cx="383570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00" kern="1200" dirty="0"/>
            <a:t>quantities</a:t>
          </a:r>
          <a:endParaRPr lang="zh-CN" altLang="en-US" sz="500" kern="1200" dirty="0"/>
        </a:p>
      </dsp:txBody>
      <dsp:txXfrm>
        <a:off x="56176" y="588595"/>
        <a:ext cx="271224" cy="2712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7FF3A0-439F-B54B-9A95-69B0EA530F2B}">
      <dsp:nvSpPr>
        <dsp:cNvPr id="0" name=""/>
        <dsp:cNvSpPr/>
      </dsp:nvSpPr>
      <dsp:spPr>
        <a:xfrm>
          <a:off x="0" y="1522253"/>
          <a:ext cx="830275" cy="8302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medicine</a:t>
          </a:r>
          <a:endParaRPr lang="zh-CN" altLang="en-US" sz="1300" kern="1200" dirty="0"/>
        </a:p>
      </dsp:txBody>
      <dsp:txXfrm>
        <a:off x="40531" y="1562784"/>
        <a:ext cx="749213" cy="749213"/>
      </dsp:txXfrm>
    </dsp:sp>
    <dsp:sp modelId="{B3B85E70-ED73-8E4C-A66F-49C2A7041374}">
      <dsp:nvSpPr>
        <dsp:cNvPr id="0" name=""/>
        <dsp:cNvSpPr/>
      </dsp:nvSpPr>
      <dsp:spPr>
        <a:xfrm rot="10166504">
          <a:off x="759526" y="1866550"/>
          <a:ext cx="7135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1352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87E819-A405-B343-9BB4-A824BF35497E}">
      <dsp:nvSpPr>
        <dsp:cNvPr id="0" name=""/>
        <dsp:cNvSpPr/>
      </dsp:nvSpPr>
      <dsp:spPr>
        <a:xfrm>
          <a:off x="760130" y="1543101"/>
          <a:ext cx="556284" cy="5562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u="none" kern="1200" dirty="0"/>
            <a:t>cost</a:t>
          </a:r>
          <a:endParaRPr lang="zh-CN" altLang="en-US" sz="1400" u="none" kern="1200" dirty="0"/>
        </a:p>
      </dsp:txBody>
      <dsp:txXfrm>
        <a:off x="841596" y="1624567"/>
        <a:ext cx="393352" cy="393352"/>
      </dsp:txXfrm>
    </dsp:sp>
    <dsp:sp modelId="{9C755ADB-C9A2-3B4D-8F18-B9320DA389FA}">
      <dsp:nvSpPr>
        <dsp:cNvPr id="0" name=""/>
        <dsp:cNvSpPr/>
      </dsp:nvSpPr>
      <dsp:spPr>
        <a:xfrm rot="15637712">
          <a:off x="317604" y="1497630"/>
          <a:ext cx="4991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9912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D021E9-C4A8-F545-A59D-1D3F104D698B}">
      <dsp:nvSpPr>
        <dsp:cNvPr id="0" name=""/>
        <dsp:cNvSpPr/>
      </dsp:nvSpPr>
      <dsp:spPr>
        <a:xfrm>
          <a:off x="14450" y="916722"/>
          <a:ext cx="556284" cy="5562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u="sng" kern="1200" dirty="0" err="1"/>
            <a:t>m_id</a:t>
          </a:r>
          <a:endParaRPr lang="zh-CN" altLang="en-US" sz="1200" u="sng" kern="1200" dirty="0"/>
        </a:p>
      </dsp:txBody>
      <dsp:txXfrm>
        <a:off x="95916" y="998188"/>
        <a:ext cx="393352" cy="393352"/>
      </dsp:txXfrm>
    </dsp:sp>
    <dsp:sp modelId="{C5F70AF2-F099-6540-ADAF-E7B294B0DBC6}">
      <dsp:nvSpPr>
        <dsp:cNvPr id="0" name=""/>
        <dsp:cNvSpPr/>
      </dsp:nvSpPr>
      <dsp:spPr>
        <a:xfrm rot="12876937">
          <a:off x="752592" y="2199735"/>
          <a:ext cx="8522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5225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B10AA3-D91B-FF43-AEFB-727C2004AE99}">
      <dsp:nvSpPr>
        <dsp:cNvPr id="0" name=""/>
        <dsp:cNvSpPr/>
      </dsp:nvSpPr>
      <dsp:spPr>
        <a:xfrm>
          <a:off x="760135" y="2089375"/>
          <a:ext cx="556284" cy="5562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700" kern="1200" dirty="0" err="1"/>
            <a:t>m_name</a:t>
          </a:r>
          <a:endParaRPr lang="zh-CN" altLang="en-US" sz="700" kern="1200" dirty="0"/>
        </a:p>
      </dsp:txBody>
      <dsp:txXfrm>
        <a:off x="841601" y="2170841"/>
        <a:ext cx="393352" cy="39335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7FF3A0-439F-B54B-9A95-69B0EA530F2B}">
      <dsp:nvSpPr>
        <dsp:cNvPr id="0" name=""/>
        <dsp:cNvSpPr/>
      </dsp:nvSpPr>
      <dsp:spPr>
        <a:xfrm>
          <a:off x="1194269" y="101976"/>
          <a:ext cx="793699" cy="7936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/>
            <a:t>patient</a:t>
          </a:r>
          <a:endParaRPr lang="zh-CN" altLang="en-US" sz="1600" kern="1200" dirty="0"/>
        </a:p>
      </dsp:txBody>
      <dsp:txXfrm>
        <a:off x="1233014" y="140721"/>
        <a:ext cx="716209" cy="716209"/>
      </dsp:txXfrm>
    </dsp:sp>
    <dsp:sp modelId="{B3B85E70-ED73-8E4C-A66F-49C2A7041374}">
      <dsp:nvSpPr>
        <dsp:cNvPr id="0" name=""/>
        <dsp:cNvSpPr/>
      </dsp:nvSpPr>
      <dsp:spPr>
        <a:xfrm rot="11332041">
          <a:off x="705929" y="399048"/>
          <a:ext cx="49127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91276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87E819-A405-B343-9BB4-A824BF35497E}">
      <dsp:nvSpPr>
        <dsp:cNvPr id="0" name=""/>
        <dsp:cNvSpPr/>
      </dsp:nvSpPr>
      <dsp:spPr>
        <a:xfrm>
          <a:off x="177086" y="53812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u="sng" kern="1200" dirty="0"/>
            <a:t>SIN</a:t>
          </a:r>
          <a:endParaRPr lang="zh-CN" altLang="en-US" sz="1500" u="sng" kern="1200" dirty="0"/>
        </a:p>
      </dsp:txBody>
      <dsp:txXfrm>
        <a:off x="254963" y="131689"/>
        <a:ext cx="376024" cy="376024"/>
      </dsp:txXfrm>
    </dsp:sp>
    <dsp:sp modelId="{547B6186-2376-5447-AE8B-B39E41239AAE}">
      <dsp:nvSpPr>
        <dsp:cNvPr id="0" name=""/>
        <dsp:cNvSpPr/>
      </dsp:nvSpPr>
      <dsp:spPr>
        <a:xfrm rot="8101003">
          <a:off x="704596" y="1098190"/>
          <a:ext cx="57361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73618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18B92B-48B1-334D-8BE4-E2D6776786C4}">
      <dsp:nvSpPr>
        <dsp:cNvPr id="0" name=""/>
        <dsp:cNvSpPr/>
      </dsp:nvSpPr>
      <dsp:spPr>
        <a:xfrm>
          <a:off x="256763" y="1300780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first</a:t>
          </a:r>
          <a:endParaRPr lang="zh-CN" altLang="en-US" sz="1400" kern="1200" dirty="0"/>
        </a:p>
      </dsp:txBody>
      <dsp:txXfrm>
        <a:off x="334640" y="1378657"/>
        <a:ext cx="376024" cy="376024"/>
      </dsp:txXfrm>
    </dsp:sp>
    <dsp:sp modelId="{E6E21981-BFD7-E441-97CC-65CDE50268D8}">
      <dsp:nvSpPr>
        <dsp:cNvPr id="0" name=""/>
        <dsp:cNvSpPr/>
      </dsp:nvSpPr>
      <dsp:spPr>
        <a:xfrm rot="9146581">
          <a:off x="642860" y="841134"/>
          <a:ext cx="58456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84568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76BB08-D7CB-2F43-AFEE-ED95828D4639}">
      <dsp:nvSpPr>
        <dsp:cNvPr id="0" name=""/>
        <dsp:cNvSpPr/>
      </dsp:nvSpPr>
      <dsp:spPr>
        <a:xfrm>
          <a:off x="144241" y="849214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/>
            <a:t>last</a:t>
          </a:r>
          <a:endParaRPr lang="zh-CN" altLang="en-US" sz="1600" kern="1200" dirty="0"/>
        </a:p>
      </dsp:txBody>
      <dsp:txXfrm>
        <a:off x="222118" y="927091"/>
        <a:ext cx="376024" cy="376024"/>
      </dsp:txXfrm>
    </dsp:sp>
    <dsp:sp modelId="{B0D9A561-B3D1-824B-BD02-2F71E4D68931}">
      <dsp:nvSpPr>
        <dsp:cNvPr id="0" name=""/>
        <dsp:cNvSpPr/>
      </dsp:nvSpPr>
      <dsp:spPr>
        <a:xfrm rot="10147642">
          <a:off x="661353" y="625767"/>
          <a:ext cx="53774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37743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2A7FCF-3F6F-4A4E-B1F4-04303E1CA4DB}">
      <dsp:nvSpPr>
        <dsp:cNvPr id="0" name=""/>
        <dsp:cNvSpPr/>
      </dsp:nvSpPr>
      <dsp:spPr>
        <a:xfrm>
          <a:off x="134401" y="461665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birth</a:t>
          </a:r>
          <a:endParaRPr lang="zh-CN" altLang="en-US" sz="1200" kern="1200" dirty="0"/>
        </a:p>
      </dsp:txBody>
      <dsp:txXfrm>
        <a:off x="212278" y="539542"/>
        <a:ext cx="376024" cy="37602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7FF3A0-439F-B54B-9A95-69B0EA530F2B}">
      <dsp:nvSpPr>
        <dsp:cNvPr id="0" name=""/>
        <dsp:cNvSpPr/>
      </dsp:nvSpPr>
      <dsp:spPr>
        <a:xfrm>
          <a:off x="1011317" y="923328"/>
          <a:ext cx="793699" cy="7936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altLang="en-US" sz="1000" kern="1200" dirty="0"/>
            <a:t>Admission information</a:t>
          </a:r>
          <a:endParaRPr lang="zh-CN" altLang="en-US" sz="1000" kern="1200" dirty="0"/>
        </a:p>
      </dsp:txBody>
      <dsp:txXfrm>
        <a:off x="1050062" y="962073"/>
        <a:ext cx="716209" cy="716209"/>
      </dsp:txXfrm>
    </dsp:sp>
    <dsp:sp modelId="{B3B85E70-ED73-8E4C-A66F-49C2A7041374}">
      <dsp:nvSpPr>
        <dsp:cNvPr id="0" name=""/>
        <dsp:cNvSpPr/>
      </dsp:nvSpPr>
      <dsp:spPr>
        <a:xfrm rot="16128471">
          <a:off x="1299961" y="825440"/>
          <a:ext cx="19581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5818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87E819-A405-B343-9BB4-A824BF35497E}">
      <dsp:nvSpPr>
        <dsp:cNvPr id="0" name=""/>
        <dsp:cNvSpPr/>
      </dsp:nvSpPr>
      <dsp:spPr>
        <a:xfrm>
          <a:off x="1124411" y="195774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u="sng" kern="1200" dirty="0" err="1"/>
            <a:t>a_id</a:t>
          </a:r>
          <a:endParaRPr lang="zh-CN" altLang="en-US" sz="1400" u="sng" kern="1200" dirty="0"/>
        </a:p>
      </dsp:txBody>
      <dsp:txXfrm>
        <a:off x="1202288" y="273651"/>
        <a:ext cx="376024" cy="376024"/>
      </dsp:txXfrm>
    </dsp:sp>
    <dsp:sp modelId="{547B6186-2376-5447-AE8B-B39E41239AAE}">
      <dsp:nvSpPr>
        <dsp:cNvPr id="0" name=""/>
        <dsp:cNvSpPr/>
      </dsp:nvSpPr>
      <dsp:spPr>
        <a:xfrm rot="13669966">
          <a:off x="1733928" y="1702097"/>
          <a:ext cx="4028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0287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18B92B-48B1-334D-8BE4-E2D6776786C4}">
      <dsp:nvSpPr>
        <dsp:cNvPr id="0" name=""/>
        <dsp:cNvSpPr/>
      </dsp:nvSpPr>
      <dsp:spPr>
        <a:xfrm>
          <a:off x="1715477" y="1687167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00" kern="1200" dirty="0" err="1"/>
            <a:t>d_reason</a:t>
          </a:r>
          <a:endParaRPr lang="zh-CN" altLang="en-US" sz="600" kern="1200" dirty="0"/>
        </a:p>
      </dsp:txBody>
      <dsp:txXfrm>
        <a:off x="1793354" y="1765044"/>
        <a:ext cx="376024" cy="376024"/>
      </dsp:txXfrm>
    </dsp:sp>
    <dsp:sp modelId="{E6E21981-BFD7-E441-97CC-65CDE50268D8}">
      <dsp:nvSpPr>
        <dsp:cNvPr id="0" name=""/>
        <dsp:cNvSpPr/>
      </dsp:nvSpPr>
      <dsp:spPr>
        <a:xfrm rot="1263725">
          <a:off x="1795845" y="1522340"/>
          <a:ext cx="27453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4538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76BB08-D7CB-2F43-AFEE-ED95828D4639}">
      <dsp:nvSpPr>
        <dsp:cNvPr id="0" name=""/>
        <dsp:cNvSpPr/>
      </dsp:nvSpPr>
      <dsp:spPr>
        <a:xfrm>
          <a:off x="2061213" y="1408178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 err="1"/>
            <a:t>d_date</a:t>
          </a:r>
          <a:endParaRPr lang="zh-CN" altLang="en-US" sz="800" kern="1200" dirty="0"/>
        </a:p>
      </dsp:txBody>
      <dsp:txXfrm>
        <a:off x="2139090" y="1486055"/>
        <a:ext cx="376024" cy="376024"/>
      </dsp:txXfrm>
    </dsp:sp>
    <dsp:sp modelId="{B0D9A561-B3D1-824B-BD02-2F71E4D68931}">
      <dsp:nvSpPr>
        <dsp:cNvPr id="0" name=""/>
        <dsp:cNvSpPr/>
      </dsp:nvSpPr>
      <dsp:spPr>
        <a:xfrm rot="21121885">
          <a:off x="1803686" y="1245532"/>
          <a:ext cx="27546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5469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2A7FCF-3F6F-4A4E-B1F4-04303E1CA4DB}">
      <dsp:nvSpPr>
        <dsp:cNvPr id="0" name=""/>
        <dsp:cNvSpPr/>
      </dsp:nvSpPr>
      <dsp:spPr>
        <a:xfrm>
          <a:off x="2077825" y="923329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900" kern="1200" dirty="0" err="1"/>
            <a:t>a_date</a:t>
          </a:r>
          <a:endParaRPr lang="zh-CN" altLang="en-US" sz="900" kern="1200" dirty="0"/>
        </a:p>
      </dsp:txBody>
      <dsp:txXfrm>
        <a:off x="2155702" y="1001206"/>
        <a:ext cx="376024" cy="376024"/>
      </dsp:txXfrm>
    </dsp:sp>
    <dsp:sp modelId="{40E8EEAE-04F4-CF49-A714-3227A2F20052}">
      <dsp:nvSpPr>
        <dsp:cNvPr id="0" name=""/>
        <dsp:cNvSpPr/>
      </dsp:nvSpPr>
      <dsp:spPr>
        <a:xfrm rot="19474575">
          <a:off x="1785657" y="977290"/>
          <a:ext cx="20915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9152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5D7EDE-C354-8742-A80A-18C2BA482773}">
      <dsp:nvSpPr>
        <dsp:cNvPr id="0" name=""/>
        <dsp:cNvSpPr/>
      </dsp:nvSpPr>
      <dsp:spPr>
        <a:xfrm>
          <a:off x="1975451" y="461663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700" kern="1200" dirty="0"/>
            <a:t>contact number</a:t>
          </a:r>
          <a:endParaRPr lang="zh-CN" altLang="en-US" sz="700" kern="1200" dirty="0"/>
        </a:p>
      </dsp:txBody>
      <dsp:txXfrm>
        <a:off x="2053328" y="539540"/>
        <a:ext cx="376024" cy="37602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7FF3A0-439F-B54B-9A95-69B0EA530F2B}">
      <dsp:nvSpPr>
        <dsp:cNvPr id="0" name=""/>
        <dsp:cNvSpPr/>
      </dsp:nvSpPr>
      <dsp:spPr>
        <a:xfrm>
          <a:off x="987966" y="399018"/>
          <a:ext cx="793699" cy="7936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exam</a:t>
          </a:r>
          <a:endParaRPr lang="zh-CN" altLang="en-US" sz="2000" kern="1200" dirty="0"/>
        </a:p>
      </dsp:txBody>
      <dsp:txXfrm>
        <a:off x="1026711" y="437763"/>
        <a:ext cx="716209" cy="716209"/>
      </dsp:txXfrm>
    </dsp:sp>
    <dsp:sp modelId="{B3B85E70-ED73-8E4C-A66F-49C2A7041374}">
      <dsp:nvSpPr>
        <dsp:cNvPr id="0" name=""/>
        <dsp:cNvSpPr/>
      </dsp:nvSpPr>
      <dsp:spPr>
        <a:xfrm rot="11938954">
          <a:off x="542245" y="584838"/>
          <a:ext cx="45817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58179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87E819-A405-B343-9BB4-A824BF35497E}">
      <dsp:nvSpPr>
        <dsp:cNvPr id="0" name=""/>
        <dsp:cNvSpPr/>
      </dsp:nvSpPr>
      <dsp:spPr>
        <a:xfrm>
          <a:off x="22925" y="152968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u="sng" kern="1200" dirty="0"/>
            <a:t>id</a:t>
          </a:r>
          <a:endParaRPr lang="zh-CN" altLang="en-US" sz="1700" u="sng" kern="1200" dirty="0"/>
        </a:p>
      </dsp:txBody>
      <dsp:txXfrm>
        <a:off x="100802" y="230845"/>
        <a:ext cx="376024" cy="376024"/>
      </dsp:txXfrm>
    </dsp:sp>
    <dsp:sp modelId="{9C755ADB-C9A2-3B4D-8F18-B9320DA389FA}">
      <dsp:nvSpPr>
        <dsp:cNvPr id="0" name=""/>
        <dsp:cNvSpPr/>
      </dsp:nvSpPr>
      <dsp:spPr>
        <a:xfrm rot="9313405">
          <a:off x="625662" y="1058621"/>
          <a:ext cx="37978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9783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D021E9-C4A8-F545-A59D-1D3F104D698B}">
      <dsp:nvSpPr>
        <dsp:cNvPr id="0" name=""/>
        <dsp:cNvSpPr/>
      </dsp:nvSpPr>
      <dsp:spPr>
        <a:xfrm>
          <a:off x="111364" y="995038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time</a:t>
          </a:r>
          <a:endParaRPr lang="zh-CN" altLang="en-US" sz="1200" kern="1200" dirty="0"/>
        </a:p>
      </dsp:txBody>
      <dsp:txXfrm>
        <a:off x="189241" y="1072915"/>
        <a:ext cx="376024" cy="376024"/>
      </dsp:txXfrm>
    </dsp:sp>
    <dsp:sp modelId="{C5F70AF2-F099-6540-ADAF-E7B294B0DBC6}">
      <dsp:nvSpPr>
        <dsp:cNvPr id="0" name=""/>
        <dsp:cNvSpPr/>
      </dsp:nvSpPr>
      <dsp:spPr>
        <a:xfrm rot="10838568">
          <a:off x="533394" y="788865"/>
          <a:ext cx="45458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54586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B10AA3-D91B-FF43-AEFB-727C2004AE99}">
      <dsp:nvSpPr>
        <dsp:cNvPr id="0" name=""/>
        <dsp:cNvSpPr/>
      </dsp:nvSpPr>
      <dsp:spPr>
        <a:xfrm>
          <a:off x="1630" y="517442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date</a:t>
          </a:r>
          <a:endParaRPr lang="zh-CN" altLang="en-US" sz="1200" kern="1200" dirty="0"/>
        </a:p>
      </dsp:txBody>
      <dsp:txXfrm>
        <a:off x="79507" y="595319"/>
        <a:ext cx="376024" cy="37602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7FF3A0-439F-B54B-9A95-69B0EA530F2B}">
      <dsp:nvSpPr>
        <dsp:cNvPr id="0" name=""/>
        <dsp:cNvSpPr/>
      </dsp:nvSpPr>
      <dsp:spPr>
        <a:xfrm>
          <a:off x="951203" y="878620"/>
          <a:ext cx="830275" cy="8302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/>
            <a:t>component</a:t>
          </a:r>
          <a:endParaRPr lang="zh-CN" altLang="en-US" sz="1100" kern="1200" dirty="0"/>
        </a:p>
      </dsp:txBody>
      <dsp:txXfrm>
        <a:off x="991734" y="919151"/>
        <a:ext cx="749213" cy="749213"/>
      </dsp:txXfrm>
    </dsp:sp>
    <dsp:sp modelId="{B3B85E70-ED73-8E4C-A66F-49C2A7041374}">
      <dsp:nvSpPr>
        <dsp:cNvPr id="0" name=""/>
        <dsp:cNvSpPr/>
      </dsp:nvSpPr>
      <dsp:spPr>
        <a:xfrm rot="13199087">
          <a:off x="553073" y="800756"/>
          <a:ext cx="45082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50827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87E819-A405-B343-9BB4-A824BF35497E}">
      <dsp:nvSpPr>
        <dsp:cNvPr id="0" name=""/>
        <dsp:cNvSpPr/>
      </dsp:nvSpPr>
      <dsp:spPr>
        <a:xfrm>
          <a:off x="49487" y="144503"/>
          <a:ext cx="556284" cy="5562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u="sng" kern="1200" dirty="0"/>
            <a:t>SIN</a:t>
          </a:r>
          <a:endParaRPr lang="zh-CN" altLang="en-US" sz="1600" u="sng" kern="1200" dirty="0"/>
        </a:p>
      </dsp:txBody>
      <dsp:txXfrm>
        <a:off x="130953" y="225969"/>
        <a:ext cx="393352" cy="393352"/>
      </dsp:txXfrm>
    </dsp:sp>
    <dsp:sp modelId="{9C755ADB-C9A2-3B4D-8F18-B9320DA389FA}">
      <dsp:nvSpPr>
        <dsp:cNvPr id="0" name=""/>
        <dsp:cNvSpPr/>
      </dsp:nvSpPr>
      <dsp:spPr>
        <a:xfrm rot="10188676">
          <a:off x="553120" y="1403857"/>
          <a:ext cx="40124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01246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D021E9-C4A8-F545-A59D-1D3F104D698B}">
      <dsp:nvSpPr>
        <dsp:cNvPr id="0" name=""/>
        <dsp:cNvSpPr/>
      </dsp:nvSpPr>
      <dsp:spPr>
        <a:xfrm>
          <a:off x="0" y="1211192"/>
          <a:ext cx="556284" cy="5562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u="sng" kern="1200" dirty="0"/>
            <a:t>id</a:t>
          </a:r>
          <a:endParaRPr lang="zh-CN" altLang="en-US" sz="1800" u="sng" kern="1200" dirty="0"/>
        </a:p>
      </dsp:txBody>
      <dsp:txXfrm>
        <a:off x="81466" y="1292658"/>
        <a:ext cx="393352" cy="393352"/>
      </dsp:txXfrm>
    </dsp:sp>
    <dsp:sp modelId="{C5F70AF2-F099-6540-ADAF-E7B294B0DBC6}">
      <dsp:nvSpPr>
        <dsp:cNvPr id="0" name=""/>
        <dsp:cNvSpPr/>
      </dsp:nvSpPr>
      <dsp:spPr>
        <a:xfrm rot="11796026">
          <a:off x="547696" y="1111129"/>
          <a:ext cx="41209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12094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B10AA3-D91B-FF43-AEFB-727C2004AE99}">
      <dsp:nvSpPr>
        <dsp:cNvPr id="0" name=""/>
        <dsp:cNvSpPr/>
      </dsp:nvSpPr>
      <dsp:spPr>
        <a:xfrm>
          <a:off x="0" y="691200"/>
          <a:ext cx="556284" cy="5562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/>
            <a:t>dosage</a:t>
          </a:r>
          <a:endParaRPr lang="zh-CN" altLang="en-US" sz="800" kern="1200" dirty="0"/>
        </a:p>
      </dsp:txBody>
      <dsp:txXfrm>
        <a:off x="81466" y="772666"/>
        <a:ext cx="393352" cy="39335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7FF3A0-439F-B54B-9A95-69B0EA530F2B}">
      <dsp:nvSpPr>
        <dsp:cNvPr id="0" name=""/>
        <dsp:cNvSpPr/>
      </dsp:nvSpPr>
      <dsp:spPr>
        <a:xfrm>
          <a:off x="735412" y="1516420"/>
          <a:ext cx="937524" cy="6456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300" kern="1200" dirty="0"/>
            <a:t>illness</a:t>
          </a:r>
          <a:endParaRPr lang="zh-CN" altLang="en-US" sz="2300" kern="1200" dirty="0"/>
        </a:p>
      </dsp:txBody>
      <dsp:txXfrm>
        <a:off x="766928" y="1547936"/>
        <a:ext cx="874492" cy="582584"/>
      </dsp:txXfrm>
    </dsp:sp>
    <dsp:sp modelId="{B3B85E70-ED73-8E4C-A66F-49C2A7041374}">
      <dsp:nvSpPr>
        <dsp:cNvPr id="0" name=""/>
        <dsp:cNvSpPr/>
      </dsp:nvSpPr>
      <dsp:spPr>
        <a:xfrm rot="6271970">
          <a:off x="1046958" y="2218939"/>
          <a:ext cx="11756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7567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87E819-A405-B343-9BB4-A824BF35497E}">
      <dsp:nvSpPr>
        <dsp:cNvPr id="0" name=""/>
        <dsp:cNvSpPr/>
      </dsp:nvSpPr>
      <dsp:spPr>
        <a:xfrm>
          <a:off x="727235" y="2275842"/>
          <a:ext cx="577744" cy="5777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900" u="none" kern="1200" dirty="0" err="1"/>
            <a:t>i_name</a:t>
          </a:r>
          <a:endParaRPr lang="zh-CN" altLang="en-US" sz="900" u="none" kern="1200" dirty="0"/>
        </a:p>
      </dsp:txBody>
      <dsp:txXfrm>
        <a:off x="811844" y="2360451"/>
        <a:ext cx="408526" cy="408526"/>
      </dsp:txXfrm>
    </dsp:sp>
    <dsp:sp modelId="{9C755ADB-C9A2-3B4D-8F18-B9320DA389FA}">
      <dsp:nvSpPr>
        <dsp:cNvPr id="0" name=""/>
        <dsp:cNvSpPr/>
      </dsp:nvSpPr>
      <dsp:spPr>
        <a:xfrm rot="3342585">
          <a:off x="1388741" y="2229321"/>
          <a:ext cx="16287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2878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D021E9-C4A8-F545-A59D-1D3F104D698B}">
      <dsp:nvSpPr>
        <dsp:cNvPr id="0" name=""/>
        <dsp:cNvSpPr/>
      </dsp:nvSpPr>
      <dsp:spPr>
        <a:xfrm>
          <a:off x="1424173" y="2296606"/>
          <a:ext cx="577744" cy="5777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u="sng" kern="1200" dirty="0"/>
            <a:t>code</a:t>
          </a:r>
          <a:endParaRPr lang="zh-CN" altLang="en-US" sz="1200" u="sng" kern="1200" dirty="0"/>
        </a:p>
      </dsp:txBody>
      <dsp:txXfrm>
        <a:off x="1508782" y="2381215"/>
        <a:ext cx="408526" cy="408526"/>
      </dsp:txXfrm>
    </dsp:sp>
    <dsp:sp modelId="{C5F70AF2-F099-6540-ADAF-E7B294B0DBC6}">
      <dsp:nvSpPr>
        <dsp:cNvPr id="0" name=""/>
        <dsp:cNvSpPr/>
      </dsp:nvSpPr>
      <dsp:spPr>
        <a:xfrm rot="8452411">
          <a:off x="656780" y="2215537"/>
          <a:ext cx="16956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9565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B10AA3-D91B-FF43-AEFB-727C2004AE99}">
      <dsp:nvSpPr>
        <dsp:cNvPr id="0" name=""/>
        <dsp:cNvSpPr/>
      </dsp:nvSpPr>
      <dsp:spPr>
        <a:xfrm>
          <a:off x="98048" y="2215148"/>
          <a:ext cx="577744" cy="5777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00" kern="1200" dirty="0"/>
            <a:t>description</a:t>
          </a:r>
          <a:endParaRPr lang="zh-CN" altLang="en-US" sz="600" kern="1200" dirty="0"/>
        </a:p>
      </dsp:txBody>
      <dsp:txXfrm>
        <a:off x="182657" y="2299757"/>
        <a:ext cx="408526" cy="40852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7FF3A0-439F-B54B-9A95-69B0EA530F2B}">
      <dsp:nvSpPr>
        <dsp:cNvPr id="0" name=""/>
        <dsp:cNvSpPr/>
      </dsp:nvSpPr>
      <dsp:spPr>
        <a:xfrm>
          <a:off x="1010126" y="822551"/>
          <a:ext cx="793699" cy="7936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/>
            <a:t>doctor</a:t>
          </a:r>
          <a:endParaRPr lang="zh-CN" altLang="en-US" sz="1700" kern="1200" dirty="0"/>
        </a:p>
      </dsp:txBody>
      <dsp:txXfrm>
        <a:off x="1048871" y="861296"/>
        <a:ext cx="716209" cy="716209"/>
      </dsp:txXfrm>
    </dsp:sp>
    <dsp:sp modelId="{B3B85E70-ED73-8E4C-A66F-49C2A7041374}">
      <dsp:nvSpPr>
        <dsp:cNvPr id="0" name=""/>
        <dsp:cNvSpPr/>
      </dsp:nvSpPr>
      <dsp:spPr>
        <a:xfrm rot="19665079">
          <a:off x="1788945" y="917548"/>
          <a:ext cx="19292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2923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87E819-A405-B343-9BB4-A824BF35497E}">
      <dsp:nvSpPr>
        <dsp:cNvPr id="0" name=""/>
        <dsp:cNvSpPr/>
      </dsp:nvSpPr>
      <dsp:spPr>
        <a:xfrm>
          <a:off x="1966988" y="432432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00" u="sng" kern="1200" dirty="0" err="1"/>
            <a:t>Reg_num</a:t>
          </a:r>
          <a:endParaRPr lang="zh-CN" altLang="en-US" sz="600" u="sng" kern="1200" dirty="0"/>
        </a:p>
      </dsp:txBody>
      <dsp:txXfrm>
        <a:off x="2044865" y="510309"/>
        <a:ext cx="376024" cy="376024"/>
      </dsp:txXfrm>
    </dsp:sp>
    <dsp:sp modelId="{547B6186-2376-5447-AE8B-B39E41239AAE}">
      <dsp:nvSpPr>
        <dsp:cNvPr id="0" name=""/>
        <dsp:cNvSpPr/>
      </dsp:nvSpPr>
      <dsp:spPr>
        <a:xfrm rot="3596231">
          <a:off x="1610806" y="1661118"/>
          <a:ext cx="10368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3683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18B92B-48B1-334D-8BE4-E2D6776786C4}">
      <dsp:nvSpPr>
        <dsp:cNvPr id="0" name=""/>
        <dsp:cNvSpPr/>
      </dsp:nvSpPr>
      <dsp:spPr>
        <a:xfrm>
          <a:off x="1576629" y="1705985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900" kern="1200" dirty="0" err="1"/>
            <a:t>first_d</a:t>
          </a:r>
          <a:endParaRPr lang="zh-CN" altLang="en-US" sz="900" kern="1200" dirty="0"/>
        </a:p>
      </dsp:txBody>
      <dsp:txXfrm>
        <a:off x="1654506" y="1783862"/>
        <a:ext cx="376024" cy="376024"/>
      </dsp:txXfrm>
    </dsp:sp>
    <dsp:sp modelId="{E6E21981-BFD7-E441-97CC-65CDE50268D8}">
      <dsp:nvSpPr>
        <dsp:cNvPr id="0" name=""/>
        <dsp:cNvSpPr/>
      </dsp:nvSpPr>
      <dsp:spPr>
        <a:xfrm rot="1644774">
          <a:off x="1790764" y="1478774"/>
          <a:ext cx="23263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2638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76BB08-D7CB-2F43-AFEE-ED95828D4639}">
      <dsp:nvSpPr>
        <dsp:cNvPr id="0" name=""/>
        <dsp:cNvSpPr/>
      </dsp:nvSpPr>
      <dsp:spPr>
        <a:xfrm>
          <a:off x="2010341" y="1404338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00" kern="1200" dirty="0" err="1"/>
            <a:t>last_d</a:t>
          </a:r>
          <a:endParaRPr lang="zh-CN" altLang="en-US" sz="1000" kern="1200" dirty="0"/>
        </a:p>
      </dsp:txBody>
      <dsp:txXfrm>
        <a:off x="2088218" y="1482215"/>
        <a:ext cx="376024" cy="376024"/>
      </dsp:txXfrm>
    </dsp:sp>
    <dsp:sp modelId="{B0D9A561-B3D1-824B-BD02-2F71E4D68931}">
      <dsp:nvSpPr>
        <dsp:cNvPr id="0" name=""/>
        <dsp:cNvSpPr/>
      </dsp:nvSpPr>
      <dsp:spPr>
        <a:xfrm rot="21440907">
          <a:off x="1803696" y="1195443"/>
          <a:ext cx="24115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1159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2A7FCF-3F6F-4A4E-B1F4-04303E1CA4DB}">
      <dsp:nvSpPr>
        <dsp:cNvPr id="0" name=""/>
        <dsp:cNvSpPr/>
      </dsp:nvSpPr>
      <dsp:spPr>
        <a:xfrm>
          <a:off x="2044726" y="911662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/>
            <a:t>special</a:t>
          </a:r>
          <a:endParaRPr lang="zh-CN" altLang="en-US" sz="800" kern="1200" dirty="0"/>
        </a:p>
      </dsp:txBody>
      <dsp:txXfrm>
        <a:off x="2122603" y="989539"/>
        <a:ext cx="376024" cy="37602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7FF3A0-439F-B54B-9A95-69B0EA530F2B}">
      <dsp:nvSpPr>
        <dsp:cNvPr id="0" name=""/>
        <dsp:cNvSpPr/>
      </dsp:nvSpPr>
      <dsp:spPr>
        <a:xfrm>
          <a:off x="317932" y="1088393"/>
          <a:ext cx="793699" cy="7936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university</a:t>
          </a:r>
          <a:endParaRPr lang="zh-CN" altLang="en-US" sz="1200" kern="1200" dirty="0"/>
        </a:p>
      </dsp:txBody>
      <dsp:txXfrm>
        <a:off x="356677" y="1127138"/>
        <a:ext cx="716209" cy="716209"/>
      </dsp:txXfrm>
    </dsp:sp>
    <dsp:sp modelId="{B3B85E70-ED73-8E4C-A66F-49C2A7041374}">
      <dsp:nvSpPr>
        <dsp:cNvPr id="0" name=""/>
        <dsp:cNvSpPr/>
      </dsp:nvSpPr>
      <dsp:spPr>
        <a:xfrm rot="21505875">
          <a:off x="1111598" y="1471930"/>
          <a:ext cx="17853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8538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87E819-A405-B343-9BB4-A824BF35497E}">
      <dsp:nvSpPr>
        <dsp:cNvPr id="0" name=""/>
        <dsp:cNvSpPr/>
      </dsp:nvSpPr>
      <dsp:spPr>
        <a:xfrm>
          <a:off x="1290103" y="1196315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00" u="sng" kern="1200" dirty="0"/>
            <a:t>name</a:t>
          </a:r>
          <a:endParaRPr lang="zh-CN" altLang="en-US" sz="1000" u="sng" kern="1200" dirty="0"/>
        </a:p>
      </dsp:txBody>
      <dsp:txXfrm>
        <a:off x="1367980" y="1274192"/>
        <a:ext cx="376024" cy="376024"/>
      </dsp:txXfrm>
    </dsp:sp>
    <dsp:sp modelId="{547B6186-2376-5447-AE8B-B39E41239AAE}">
      <dsp:nvSpPr>
        <dsp:cNvPr id="0" name=""/>
        <dsp:cNvSpPr/>
      </dsp:nvSpPr>
      <dsp:spPr>
        <a:xfrm rot="6314327">
          <a:off x="501034" y="1962801"/>
          <a:ext cx="16730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300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18B92B-48B1-334D-8BE4-E2D6776786C4}">
      <dsp:nvSpPr>
        <dsp:cNvPr id="0" name=""/>
        <dsp:cNvSpPr/>
      </dsp:nvSpPr>
      <dsp:spPr>
        <a:xfrm>
          <a:off x="224375" y="2043510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 err="1"/>
            <a:t>at_date</a:t>
          </a:r>
          <a:endParaRPr lang="zh-CN" altLang="en-US" sz="800" kern="1200" dirty="0"/>
        </a:p>
      </dsp:txBody>
      <dsp:txXfrm>
        <a:off x="302252" y="2121387"/>
        <a:ext cx="376024" cy="376024"/>
      </dsp:txXfrm>
    </dsp:sp>
    <dsp:sp modelId="{E6E21981-BFD7-E441-97CC-65CDE50268D8}">
      <dsp:nvSpPr>
        <dsp:cNvPr id="0" name=""/>
        <dsp:cNvSpPr/>
      </dsp:nvSpPr>
      <dsp:spPr>
        <a:xfrm rot="3882258">
          <a:off x="838252" y="1983258"/>
          <a:ext cx="22378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3789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76BB08-D7CB-2F43-AFEE-ED95828D4639}">
      <dsp:nvSpPr>
        <dsp:cNvPr id="0" name=""/>
        <dsp:cNvSpPr/>
      </dsp:nvSpPr>
      <dsp:spPr>
        <a:xfrm>
          <a:off x="857730" y="2084423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 err="1"/>
            <a:t>g_date</a:t>
          </a:r>
          <a:endParaRPr lang="zh-CN" altLang="en-US" sz="800" kern="1200" dirty="0"/>
        </a:p>
      </dsp:txBody>
      <dsp:txXfrm>
        <a:off x="935607" y="2162300"/>
        <a:ext cx="376024" cy="37602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7FF3A0-439F-B54B-9A95-69B0EA530F2B}">
      <dsp:nvSpPr>
        <dsp:cNvPr id="0" name=""/>
        <dsp:cNvSpPr/>
      </dsp:nvSpPr>
      <dsp:spPr>
        <a:xfrm>
          <a:off x="1182075" y="770328"/>
          <a:ext cx="793699" cy="7936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/>
            <a:t>course</a:t>
          </a:r>
          <a:endParaRPr lang="zh-CN" altLang="en-US" sz="1700" kern="1200" dirty="0"/>
        </a:p>
      </dsp:txBody>
      <dsp:txXfrm>
        <a:off x="1220820" y="809073"/>
        <a:ext cx="716209" cy="716209"/>
      </dsp:txXfrm>
    </dsp:sp>
    <dsp:sp modelId="{B3B85E70-ED73-8E4C-A66F-49C2A7041374}">
      <dsp:nvSpPr>
        <dsp:cNvPr id="0" name=""/>
        <dsp:cNvSpPr/>
      </dsp:nvSpPr>
      <dsp:spPr>
        <a:xfrm rot="16014434">
          <a:off x="1485099" y="701749"/>
          <a:ext cx="13735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7356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87E819-A405-B343-9BB4-A824BF35497E}">
      <dsp:nvSpPr>
        <dsp:cNvPr id="0" name=""/>
        <dsp:cNvSpPr/>
      </dsp:nvSpPr>
      <dsp:spPr>
        <a:xfrm>
          <a:off x="978936" y="101393"/>
          <a:ext cx="111353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00" u="sng" kern="1200" dirty="0" err="1"/>
            <a:t>course_num</a:t>
          </a:r>
          <a:endParaRPr lang="zh-CN" altLang="en-US" sz="1000" u="sng" kern="1200" dirty="0"/>
        </a:p>
      </dsp:txBody>
      <dsp:txXfrm>
        <a:off x="1142010" y="179270"/>
        <a:ext cx="787390" cy="376024"/>
      </dsp:txXfrm>
    </dsp:sp>
    <dsp:sp modelId="{547B6186-2376-5447-AE8B-B39E41239AAE}">
      <dsp:nvSpPr>
        <dsp:cNvPr id="0" name=""/>
        <dsp:cNvSpPr/>
      </dsp:nvSpPr>
      <dsp:spPr>
        <a:xfrm rot="8190593">
          <a:off x="900982" y="1655760"/>
          <a:ext cx="32581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25812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18B92B-48B1-334D-8BE4-E2D6776786C4}">
      <dsp:nvSpPr>
        <dsp:cNvPr id="0" name=""/>
        <dsp:cNvSpPr/>
      </dsp:nvSpPr>
      <dsp:spPr>
        <a:xfrm>
          <a:off x="413922" y="1754220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900" kern="1200" dirty="0"/>
            <a:t>credits</a:t>
          </a:r>
          <a:endParaRPr lang="zh-CN" altLang="en-US" sz="900" kern="1200" dirty="0"/>
        </a:p>
      </dsp:txBody>
      <dsp:txXfrm>
        <a:off x="491799" y="1832097"/>
        <a:ext cx="376024" cy="376024"/>
      </dsp:txXfrm>
    </dsp:sp>
    <dsp:sp modelId="{E6E21981-BFD7-E441-97CC-65CDE50268D8}">
      <dsp:nvSpPr>
        <dsp:cNvPr id="0" name=""/>
        <dsp:cNvSpPr/>
      </dsp:nvSpPr>
      <dsp:spPr>
        <a:xfrm rot="10070622">
          <a:off x="690865" y="1304968"/>
          <a:ext cx="49677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96779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76BB08-D7CB-2F43-AFEE-ED95828D4639}">
      <dsp:nvSpPr>
        <dsp:cNvPr id="0" name=""/>
        <dsp:cNvSpPr/>
      </dsp:nvSpPr>
      <dsp:spPr>
        <a:xfrm>
          <a:off x="164656" y="1148660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700" kern="1200" dirty="0"/>
            <a:t>syllabus</a:t>
          </a:r>
          <a:endParaRPr lang="zh-CN" altLang="en-US" sz="700" kern="1200" dirty="0"/>
        </a:p>
      </dsp:txBody>
      <dsp:txXfrm>
        <a:off x="242533" y="1226537"/>
        <a:ext cx="376024" cy="376024"/>
      </dsp:txXfrm>
    </dsp:sp>
    <dsp:sp modelId="{B0D9A561-B3D1-824B-BD02-2F71E4D68931}">
      <dsp:nvSpPr>
        <dsp:cNvPr id="0" name=""/>
        <dsp:cNvSpPr/>
      </dsp:nvSpPr>
      <dsp:spPr>
        <a:xfrm rot="11523541">
          <a:off x="628138" y="1023888"/>
          <a:ext cx="56011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60116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2A7FCF-3F6F-4A4E-B1F4-04303E1CA4DB}">
      <dsp:nvSpPr>
        <dsp:cNvPr id="0" name=""/>
        <dsp:cNvSpPr/>
      </dsp:nvSpPr>
      <dsp:spPr>
        <a:xfrm>
          <a:off x="102540" y="642686"/>
          <a:ext cx="531778" cy="5317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title</a:t>
          </a:r>
          <a:endParaRPr lang="zh-CN" altLang="en-US" sz="1400" kern="1200" dirty="0"/>
        </a:p>
      </dsp:txBody>
      <dsp:txXfrm>
        <a:off x="180417" y="720563"/>
        <a:ext cx="376024" cy="37602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8B1B1-8AFC-AE48-9C35-328EC606539F}">
      <dsp:nvSpPr>
        <dsp:cNvPr id="0" name=""/>
        <dsp:cNvSpPr/>
      </dsp:nvSpPr>
      <dsp:spPr>
        <a:xfrm>
          <a:off x="826318" y="759320"/>
          <a:ext cx="830275" cy="8302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Course offering</a:t>
          </a:r>
          <a:endParaRPr lang="zh-CN" altLang="en-US" sz="1500" kern="1200" dirty="0"/>
        </a:p>
      </dsp:txBody>
      <dsp:txXfrm>
        <a:off x="866849" y="799851"/>
        <a:ext cx="749213" cy="749213"/>
      </dsp:txXfrm>
    </dsp:sp>
    <dsp:sp modelId="{FC2EA324-0E44-C94F-A8B5-867E78D6DF57}">
      <dsp:nvSpPr>
        <dsp:cNvPr id="0" name=""/>
        <dsp:cNvSpPr/>
      </dsp:nvSpPr>
      <dsp:spPr>
        <a:xfrm rot="18369930">
          <a:off x="1539952" y="749562"/>
          <a:ext cx="2417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175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9E2E1-7DBF-3545-9BD6-AB45F14E4767}">
      <dsp:nvSpPr>
        <dsp:cNvPr id="0" name=""/>
        <dsp:cNvSpPr/>
      </dsp:nvSpPr>
      <dsp:spPr>
        <a:xfrm>
          <a:off x="1484343" y="183518"/>
          <a:ext cx="556284" cy="5562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u="sng" kern="1200" dirty="0" err="1"/>
            <a:t>of_id</a:t>
          </a:r>
          <a:endParaRPr lang="zh-CN" altLang="en-US" sz="1200" u="sng" kern="1200" dirty="0"/>
        </a:p>
      </dsp:txBody>
      <dsp:txXfrm>
        <a:off x="1565809" y="264984"/>
        <a:ext cx="393352" cy="393352"/>
      </dsp:txXfrm>
    </dsp:sp>
    <dsp:sp modelId="{E451A5E2-E591-B14F-9431-AC01C96D9CA3}">
      <dsp:nvSpPr>
        <dsp:cNvPr id="0" name=""/>
        <dsp:cNvSpPr/>
      </dsp:nvSpPr>
      <dsp:spPr>
        <a:xfrm rot="19562539">
          <a:off x="1619050" y="771931"/>
          <a:ext cx="44025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40254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51C44B-74FD-2341-B11A-EE4EBDB1D9DA}">
      <dsp:nvSpPr>
        <dsp:cNvPr id="0" name=""/>
        <dsp:cNvSpPr/>
      </dsp:nvSpPr>
      <dsp:spPr>
        <a:xfrm>
          <a:off x="2021762" y="183520"/>
          <a:ext cx="556284" cy="5562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year</a:t>
          </a:r>
          <a:endParaRPr lang="zh-CN" altLang="en-US" sz="1300" kern="1200" dirty="0"/>
        </a:p>
      </dsp:txBody>
      <dsp:txXfrm>
        <a:off x="2103228" y="264986"/>
        <a:ext cx="393352" cy="393352"/>
      </dsp:txXfrm>
    </dsp:sp>
    <dsp:sp modelId="{F79EE1CF-71FA-2449-AFE9-3E450BBF391E}">
      <dsp:nvSpPr>
        <dsp:cNvPr id="0" name=""/>
        <dsp:cNvSpPr/>
      </dsp:nvSpPr>
      <dsp:spPr>
        <a:xfrm rot="20816578">
          <a:off x="1651424" y="1033009"/>
          <a:ext cx="39988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99887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605264-9707-244F-94BA-56B9A58DD2DC}">
      <dsp:nvSpPr>
        <dsp:cNvPr id="0" name=""/>
        <dsp:cNvSpPr/>
      </dsp:nvSpPr>
      <dsp:spPr>
        <a:xfrm>
          <a:off x="2046142" y="645190"/>
          <a:ext cx="556284" cy="5562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00" kern="1200" dirty="0" err="1"/>
            <a:t>course_num</a:t>
          </a:r>
          <a:endParaRPr lang="en-US" altLang="zh-CN" sz="500" kern="1200" dirty="0"/>
        </a:p>
      </dsp:txBody>
      <dsp:txXfrm>
        <a:off x="2127608" y="726656"/>
        <a:ext cx="393352" cy="393352"/>
      </dsp:txXfrm>
    </dsp:sp>
    <dsp:sp modelId="{8874650F-57E2-204F-AA6C-2E79A66D2247}">
      <dsp:nvSpPr>
        <dsp:cNvPr id="0" name=""/>
        <dsp:cNvSpPr/>
      </dsp:nvSpPr>
      <dsp:spPr>
        <a:xfrm rot="2378478">
          <a:off x="1654853" y="1523221"/>
          <a:ext cx="1513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132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22743E-BDE5-B24E-BD36-9F79399B035B}">
      <dsp:nvSpPr>
        <dsp:cNvPr id="0" name=""/>
        <dsp:cNvSpPr/>
      </dsp:nvSpPr>
      <dsp:spPr>
        <a:xfrm>
          <a:off x="1668246" y="1480343"/>
          <a:ext cx="556284" cy="5562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700" kern="1200" dirty="0"/>
            <a:t>semester</a:t>
          </a:r>
        </a:p>
      </dsp:txBody>
      <dsp:txXfrm>
        <a:off x="1749712" y="1561809"/>
        <a:ext cx="393352" cy="393352"/>
      </dsp:txXfrm>
    </dsp:sp>
    <dsp:sp modelId="{3646DBFE-3845-5649-B6FC-F5C1088D7A80}">
      <dsp:nvSpPr>
        <dsp:cNvPr id="0" name=""/>
        <dsp:cNvSpPr/>
      </dsp:nvSpPr>
      <dsp:spPr>
        <a:xfrm rot="809215">
          <a:off x="1651415" y="1317813"/>
          <a:ext cx="37552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5520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84A024-F897-1F45-87CE-289ACC9FB340}">
      <dsp:nvSpPr>
        <dsp:cNvPr id="0" name=""/>
        <dsp:cNvSpPr/>
      </dsp:nvSpPr>
      <dsp:spPr>
        <a:xfrm>
          <a:off x="2021758" y="1150170"/>
          <a:ext cx="556284" cy="5562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700" kern="1200" dirty="0" err="1"/>
            <a:t>sec_num</a:t>
          </a:r>
          <a:endParaRPr lang="en-US" altLang="zh-CN" sz="700" kern="1200" dirty="0"/>
        </a:p>
      </dsp:txBody>
      <dsp:txXfrm>
        <a:off x="2103224" y="1231636"/>
        <a:ext cx="393352" cy="393352"/>
      </dsp:txXfrm>
    </dsp:sp>
    <dsp:sp modelId="{42FFDB60-F604-FD4D-8D04-9DE43809017F}">
      <dsp:nvSpPr>
        <dsp:cNvPr id="0" name=""/>
        <dsp:cNvSpPr/>
      </dsp:nvSpPr>
      <dsp:spPr>
        <a:xfrm rot="4774180">
          <a:off x="1311449" y="1597312"/>
          <a:ext cx="1569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692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819F06-45CB-C641-AFB5-8CEF82C2FF26}">
      <dsp:nvSpPr>
        <dsp:cNvPr id="0" name=""/>
        <dsp:cNvSpPr/>
      </dsp:nvSpPr>
      <dsp:spPr>
        <a:xfrm>
          <a:off x="1093774" y="1605029"/>
          <a:ext cx="556284" cy="5562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900" kern="1200" dirty="0"/>
            <a:t>timing</a:t>
          </a:r>
        </a:p>
      </dsp:txBody>
      <dsp:txXfrm>
        <a:off x="1175240" y="1686495"/>
        <a:ext cx="393352" cy="393352"/>
      </dsp:txXfrm>
    </dsp:sp>
    <dsp:sp modelId="{C571AAE5-0571-5749-A892-58AC28FCD0B7}">
      <dsp:nvSpPr>
        <dsp:cNvPr id="0" name=""/>
        <dsp:cNvSpPr/>
      </dsp:nvSpPr>
      <dsp:spPr>
        <a:xfrm rot="15834838">
          <a:off x="1173973" y="738445"/>
          <a:ext cx="4198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1987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CD2EEA-AF76-AD4C-9EC4-CF63E1ED6893}">
      <dsp:nvSpPr>
        <dsp:cNvPr id="0" name=""/>
        <dsp:cNvSpPr/>
      </dsp:nvSpPr>
      <dsp:spPr>
        <a:xfrm>
          <a:off x="884942" y="161285"/>
          <a:ext cx="556284" cy="5562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00" kern="1200" dirty="0"/>
            <a:t>classroom</a:t>
          </a:r>
        </a:p>
      </dsp:txBody>
      <dsp:txXfrm>
        <a:off x="966408" y="242751"/>
        <a:ext cx="393352" cy="39335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8B1B1-8AFC-AE48-9C35-328EC606539F}">
      <dsp:nvSpPr>
        <dsp:cNvPr id="0" name=""/>
        <dsp:cNvSpPr/>
      </dsp:nvSpPr>
      <dsp:spPr>
        <a:xfrm>
          <a:off x="879392" y="667909"/>
          <a:ext cx="572493" cy="572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900" kern="1200" dirty="0"/>
            <a:t>instructor</a:t>
          </a:r>
          <a:endParaRPr lang="zh-CN" altLang="en-US" sz="900" kern="1200" dirty="0"/>
        </a:p>
      </dsp:txBody>
      <dsp:txXfrm>
        <a:off x="907339" y="695856"/>
        <a:ext cx="516599" cy="516599"/>
      </dsp:txXfrm>
    </dsp:sp>
    <dsp:sp modelId="{FC2EA324-0E44-C94F-A8B5-867E78D6DF57}">
      <dsp:nvSpPr>
        <dsp:cNvPr id="0" name=""/>
        <dsp:cNvSpPr/>
      </dsp:nvSpPr>
      <dsp:spPr>
        <a:xfrm rot="20439972">
          <a:off x="1440355" y="786033"/>
          <a:ext cx="40892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08921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9E2E1-7DBF-3545-9BD6-AB45F14E4767}">
      <dsp:nvSpPr>
        <dsp:cNvPr id="0" name=""/>
        <dsp:cNvSpPr/>
      </dsp:nvSpPr>
      <dsp:spPr>
        <a:xfrm>
          <a:off x="1837746" y="450672"/>
          <a:ext cx="432568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u="sng" kern="1200" dirty="0"/>
            <a:t>id</a:t>
          </a:r>
          <a:endParaRPr lang="zh-CN" altLang="en-US" sz="1200" u="sng" kern="1200" dirty="0"/>
        </a:p>
      </dsp:txBody>
      <dsp:txXfrm>
        <a:off x="1901094" y="506845"/>
        <a:ext cx="305872" cy="271224"/>
      </dsp:txXfrm>
    </dsp:sp>
    <dsp:sp modelId="{E451A5E2-E591-B14F-9431-AC01C96D9CA3}">
      <dsp:nvSpPr>
        <dsp:cNvPr id="0" name=""/>
        <dsp:cNvSpPr/>
      </dsp:nvSpPr>
      <dsp:spPr>
        <a:xfrm rot="9733608">
          <a:off x="635504" y="1084045"/>
          <a:ext cx="24984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9849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51C44B-74FD-2341-B11A-EE4EBDB1D9DA}">
      <dsp:nvSpPr>
        <dsp:cNvPr id="0" name=""/>
        <dsp:cNvSpPr/>
      </dsp:nvSpPr>
      <dsp:spPr>
        <a:xfrm>
          <a:off x="257896" y="991870"/>
          <a:ext cx="383570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700" kern="1200" dirty="0"/>
            <a:t>name</a:t>
          </a:r>
          <a:endParaRPr lang="zh-CN" altLang="en-US" sz="700" kern="1200" dirty="0"/>
        </a:p>
      </dsp:txBody>
      <dsp:txXfrm>
        <a:off x="314069" y="1048043"/>
        <a:ext cx="271224" cy="271224"/>
      </dsp:txXfrm>
    </dsp:sp>
    <dsp:sp modelId="{F79EE1CF-71FA-2449-AFE9-3E450BBF391E}">
      <dsp:nvSpPr>
        <dsp:cNvPr id="0" name=""/>
        <dsp:cNvSpPr/>
      </dsp:nvSpPr>
      <dsp:spPr>
        <a:xfrm rot="418620">
          <a:off x="1450036" y="1019525"/>
          <a:ext cx="49952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99520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605264-9707-244F-94BA-56B9A58DD2DC}">
      <dsp:nvSpPr>
        <dsp:cNvPr id="0" name=""/>
        <dsp:cNvSpPr/>
      </dsp:nvSpPr>
      <dsp:spPr>
        <a:xfrm>
          <a:off x="1947707" y="881548"/>
          <a:ext cx="383570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00" kern="1200" dirty="0"/>
            <a:t>department</a:t>
          </a:r>
        </a:p>
      </dsp:txBody>
      <dsp:txXfrm>
        <a:off x="2003880" y="937721"/>
        <a:ext cx="271224" cy="271224"/>
      </dsp:txXfrm>
    </dsp:sp>
    <dsp:sp modelId="{5B917ABF-D665-BC41-8CBF-0132B49643D8}">
      <dsp:nvSpPr>
        <dsp:cNvPr id="0" name=""/>
        <dsp:cNvSpPr/>
      </dsp:nvSpPr>
      <dsp:spPr>
        <a:xfrm rot="11840094">
          <a:off x="635803" y="827676"/>
          <a:ext cx="24924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9248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6DB6E5-4050-724D-9E09-AB6C4DB76632}">
      <dsp:nvSpPr>
        <dsp:cNvPr id="0" name=""/>
        <dsp:cNvSpPr/>
      </dsp:nvSpPr>
      <dsp:spPr>
        <a:xfrm>
          <a:off x="257893" y="538895"/>
          <a:ext cx="383570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 err="1"/>
            <a:t>i_title</a:t>
          </a:r>
          <a:endParaRPr lang="en-US" altLang="zh-CN" sz="800" kern="1200" dirty="0"/>
        </a:p>
      </dsp:txBody>
      <dsp:txXfrm>
        <a:off x="314066" y="595068"/>
        <a:ext cx="271224" cy="27122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8B1B1-8AFC-AE48-9C35-328EC606539F}">
      <dsp:nvSpPr>
        <dsp:cNvPr id="0" name=""/>
        <dsp:cNvSpPr/>
      </dsp:nvSpPr>
      <dsp:spPr>
        <a:xfrm>
          <a:off x="1373339" y="614640"/>
          <a:ext cx="572493" cy="572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/>
            <a:t>student</a:t>
          </a:r>
          <a:endParaRPr lang="zh-CN" altLang="en-US" sz="1100" kern="1200" dirty="0"/>
        </a:p>
      </dsp:txBody>
      <dsp:txXfrm>
        <a:off x="1401286" y="642587"/>
        <a:ext cx="516599" cy="516599"/>
      </dsp:txXfrm>
    </dsp:sp>
    <dsp:sp modelId="{FC2EA324-0E44-C94F-A8B5-867E78D6DF57}">
      <dsp:nvSpPr>
        <dsp:cNvPr id="0" name=""/>
        <dsp:cNvSpPr/>
      </dsp:nvSpPr>
      <dsp:spPr>
        <a:xfrm rot="10777871">
          <a:off x="953407" y="904081"/>
          <a:ext cx="41993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19936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9E2E1-7DBF-3545-9BD6-AB45F14E4767}">
      <dsp:nvSpPr>
        <dsp:cNvPr id="0" name=""/>
        <dsp:cNvSpPr/>
      </dsp:nvSpPr>
      <dsp:spPr>
        <a:xfrm>
          <a:off x="0" y="716716"/>
          <a:ext cx="953411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u="sng" kern="1200" dirty="0" err="1"/>
            <a:t>stud_id</a:t>
          </a:r>
          <a:endParaRPr lang="zh-CN" altLang="en-US" sz="1200" u="sng" kern="1200" dirty="0"/>
        </a:p>
      </dsp:txBody>
      <dsp:txXfrm>
        <a:off x="139624" y="772889"/>
        <a:ext cx="674163" cy="271224"/>
      </dsp:txXfrm>
    </dsp:sp>
    <dsp:sp modelId="{F20F3835-CC99-FA44-8DCD-CF47A54ABE89}">
      <dsp:nvSpPr>
        <dsp:cNvPr id="0" name=""/>
        <dsp:cNvSpPr/>
      </dsp:nvSpPr>
      <dsp:spPr>
        <a:xfrm rot="9084792">
          <a:off x="958661" y="1162517"/>
          <a:ext cx="44159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41594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4F7197-5568-4A4B-BDC3-48688DC715E3}">
      <dsp:nvSpPr>
        <dsp:cNvPr id="0" name=""/>
        <dsp:cNvSpPr/>
      </dsp:nvSpPr>
      <dsp:spPr>
        <a:xfrm>
          <a:off x="146705" y="1268166"/>
          <a:ext cx="973840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program</a:t>
          </a:r>
        </a:p>
      </dsp:txBody>
      <dsp:txXfrm>
        <a:off x="289321" y="1324339"/>
        <a:ext cx="688608" cy="271224"/>
      </dsp:txXfrm>
    </dsp:sp>
    <dsp:sp modelId="{7921DBD9-B2DA-0A4D-A4B2-2FC6B271C050}">
      <dsp:nvSpPr>
        <dsp:cNvPr id="0" name=""/>
        <dsp:cNvSpPr/>
      </dsp:nvSpPr>
      <dsp:spPr>
        <a:xfrm rot="12515221">
          <a:off x="888754" y="621443"/>
          <a:ext cx="51603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16039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0C28F0-5629-864F-BE0E-011F02ECB293}">
      <dsp:nvSpPr>
        <dsp:cNvPr id="0" name=""/>
        <dsp:cNvSpPr/>
      </dsp:nvSpPr>
      <dsp:spPr>
        <a:xfrm>
          <a:off x="29930" y="123572"/>
          <a:ext cx="1093468" cy="3744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 err="1"/>
            <a:t>st_name</a:t>
          </a:r>
          <a:endParaRPr lang="en-US" altLang="zh-CN" sz="1200" kern="1200" dirty="0"/>
        </a:p>
      </dsp:txBody>
      <dsp:txXfrm>
        <a:off x="190065" y="178403"/>
        <a:ext cx="773198" cy="26474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8B1B1-8AFC-AE48-9C35-328EC606539F}">
      <dsp:nvSpPr>
        <dsp:cNvPr id="0" name=""/>
        <dsp:cNvSpPr/>
      </dsp:nvSpPr>
      <dsp:spPr>
        <a:xfrm>
          <a:off x="1186698" y="553337"/>
          <a:ext cx="572493" cy="572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grades</a:t>
          </a:r>
          <a:endParaRPr lang="zh-CN" altLang="en-US" sz="1200" kern="1200" dirty="0"/>
        </a:p>
      </dsp:txBody>
      <dsp:txXfrm>
        <a:off x="1214645" y="581284"/>
        <a:ext cx="516599" cy="516599"/>
      </dsp:txXfrm>
    </dsp:sp>
    <dsp:sp modelId="{FC2EA324-0E44-C94F-A8B5-867E78D6DF57}">
      <dsp:nvSpPr>
        <dsp:cNvPr id="0" name=""/>
        <dsp:cNvSpPr/>
      </dsp:nvSpPr>
      <dsp:spPr>
        <a:xfrm rot="9349339">
          <a:off x="890295" y="1031578"/>
          <a:ext cx="30999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09999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9E2E1-7DBF-3545-9BD6-AB45F14E4767}">
      <dsp:nvSpPr>
        <dsp:cNvPr id="0" name=""/>
        <dsp:cNvSpPr/>
      </dsp:nvSpPr>
      <dsp:spPr>
        <a:xfrm>
          <a:off x="0" y="1095061"/>
          <a:ext cx="953411" cy="383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u="sng" kern="1200" dirty="0" err="1"/>
            <a:t>of_id</a:t>
          </a:r>
          <a:endParaRPr lang="zh-CN" altLang="en-US" sz="1200" u="sng" kern="1200" dirty="0"/>
        </a:p>
      </dsp:txBody>
      <dsp:txXfrm>
        <a:off x="139624" y="1151234"/>
        <a:ext cx="674163" cy="271224"/>
      </dsp:txXfrm>
    </dsp:sp>
    <dsp:sp modelId="{7921DBD9-B2DA-0A4D-A4B2-2FC6B271C050}">
      <dsp:nvSpPr>
        <dsp:cNvPr id="0" name=""/>
        <dsp:cNvSpPr/>
      </dsp:nvSpPr>
      <dsp:spPr>
        <a:xfrm rot="11722674">
          <a:off x="1091737" y="748037"/>
          <a:ext cx="9669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6691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0C28F0-5629-864F-BE0E-011F02ECB293}">
      <dsp:nvSpPr>
        <dsp:cNvPr id="0" name=""/>
        <dsp:cNvSpPr/>
      </dsp:nvSpPr>
      <dsp:spPr>
        <a:xfrm>
          <a:off x="0" y="397642"/>
          <a:ext cx="1093468" cy="3744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grade</a:t>
          </a:r>
        </a:p>
      </dsp:txBody>
      <dsp:txXfrm>
        <a:off x="160135" y="452473"/>
        <a:ext cx="773198" cy="2647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B18803-E17B-E5A5-E075-C58006191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3ECA07A-2036-30E5-02C9-D8EBC78E9F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8A93D8-B7CC-C777-E22D-7FE4AF4FF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72F3-3C14-6945-920C-5E10D5F2C456}" type="datetimeFigureOut">
              <a:rPr kumimoji="1" lang="zh-CN" altLang="en-US" smtClean="0"/>
              <a:t>2024/6/17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1F5577-8CE6-1815-5EB0-816C5285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D6B986-217B-FB9D-EDF1-F31D1D4AC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36B8-2151-F546-879F-6B1A31DAF1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1933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A82230-2E45-B530-8E4A-CB7B7C247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4E64DC-B707-E4BC-5310-EE1BD12B9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E9FB87-7AFD-26F2-B7B2-CFB9164FC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72F3-3C14-6945-920C-5E10D5F2C456}" type="datetimeFigureOut">
              <a:rPr kumimoji="1" lang="zh-CN" altLang="en-US" smtClean="0"/>
              <a:t>2024/6/17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E2B17B-A1F7-B21D-D0C7-16B8B945A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ADA382-E4A4-7470-3313-937E2C918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36B8-2151-F546-879F-6B1A31DAF1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2447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B402D5-2E46-5BB2-16A2-A8DBEBE91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BC7D3C-2DB2-C3C9-4924-317FDC2DB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F16146-65B6-AE78-4561-946229CC8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72F3-3C14-6945-920C-5E10D5F2C456}" type="datetimeFigureOut">
              <a:rPr kumimoji="1" lang="zh-CN" altLang="en-US" smtClean="0"/>
              <a:t>2024/6/17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5118AB-FC78-F425-C6DB-6A5E4065C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23EF9B-0A79-E30C-B38C-5B9DCF3E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36B8-2151-F546-879F-6B1A31DAF1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9642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0C9E63-D6AC-8896-DD2B-8D284CD9F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64EDD-E4EB-82CF-79CC-C6727FB98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8F94BD-0E02-0F7B-85F9-53E938865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B83F98-43FC-ADEC-CCDA-201CDD842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72F3-3C14-6945-920C-5E10D5F2C456}" type="datetimeFigureOut">
              <a:rPr kumimoji="1" lang="zh-CN" altLang="en-US" smtClean="0"/>
              <a:t>2024/6/17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BCF2D4-0DAD-88A1-793B-7CF8EF84E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632982-D12D-BAD1-6848-5B2AEC65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36B8-2151-F546-879F-6B1A31DAF1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2902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40CDC7-F820-53F5-2651-880503349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DEB66D-9120-E710-087B-17E7AF8A6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4BCCB0-E7D7-547F-D11F-42869F362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A6EEDE1-06C2-FC15-9F65-5E679E6C3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E9246EB-8448-9A02-AB8A-4B5E8EEC01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E55A7C0-F787-66AD-B827-9B6B014A5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72F3-3C14-6945-920C-5E10D5F2C456}" type="datetimeFigureOut">
              <a:rPr kumimoji="1" lang="zh-CN" altLang="en-US" smtClean="0"/>
              <a:t>2024/6/17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08F546A-188D-8102-DABA-38E1C1C8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99944A9-7B74-561E-71F9-299CA411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36B8-2151-F546-879F-6B1A31DAF1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5385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827B8-2606-846B-901F-55C2ABEC7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13C95A-6637-9B85-6E47-A6C6AE321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72F3-3C14-6945-920C-5E10D5F2C456}" type="datetimeFigureOut">
              <a:rPr kumimoji="1" lang="zh-CN" altLang="en-US" smtClean="0"/>
              <a:t>2024/6/17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8BF7F6-8514-24FB-6DFC-420B6D43B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03AE47-E91F-18E2-95F9-F93C92F7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36B8-2151-F546-879F-6B1A31DAF1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1187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5B4907-C92D-DAC1-78F2-64927513A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72F3-3C14-6945-920C-5E10D5F2C456}" type="datetimeFigureOut">
              <a:rPr kumimoji="1" lang="zh-CN" altLang="en-US" smtClean="0"/>
              <a:t>2024/6/17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FFA046E-5116-C669-15B3-0832BE134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8244EE-1B14-E32E-5B82-4F18AF8C6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36B8-2151-F546-879F-6B1A31DAF1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8606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F03016-0709-3068-65A1-6F2D82683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CFE472-76A8-C846-676E-5D0AEF390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030854-DE2B-1ED7-8C1D-6DFA4B126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8A2D1B-1960-0E02-B5CF-2FDCC44AE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72F3-3C14-6945-920C-5E10D5F2C456}" type="datetimeFigureOut">
              <a:rPr kumimoji="1" lang="zh-CN" altLang="en-US" smtClean="0"/>
              <a:t>2024/6/17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1EBFAA-B606-3C81-A2A1-245261A64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9F6E7F-2AAD-9933-83A7-21C24A21C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36B8-2151-F546-879F-6B1A31DAF1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7788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BE7639-41CD-B6BC-D23F-19AC44285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5DBF114-B288-A894-50C8-0D9E904897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57317C-297F-BD1A-46D8-3619070A5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124746-00DA-0E53-5B20-1C6D11AD2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72F3-3C14-6945-920C-5E10D5F2C456}" type="datetimeFigureOut">
              <a:rPr kumimoji="1" lang="zh-CN" altLang="en-US" smtClean="0"/>
              <a:t>2024/6/17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910578-274B-AF91-40EB-CC4CD6A2A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994919-E538-D5F9-69EE-A5D9EE730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36B8-2151-F546-879F-6B1A31DAF1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5026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6A26F-913E-4BF7-012C-033E41C77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28F104-D073-C825-1CD4-7F299511C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536119-837F-7DDC-401D-FF409A894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72F3-3C14-6945-920C-5E10D5F2C456}" type="datetimeFigureOut">
              <a:rPr kumimoji="1" lang="zh-CN" altLang="en-US" smtClean="0"/>
              <a:t>2024/6/17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94CD5C-6D0C-98AA-CEEE-3FE1F850E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244654-E073-86D7-D85C-555556E57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36B8-2151-F546-879F-6B1A31DAF1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1387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31770B2-1FE1-D98A-D967-1E5A16DE2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C91982-C5EE-10A5-4BFB-F117549CA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B66EC6-258D-B0DC-2ACF-6F8298846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72F3-3C14-6945-920C-5E10D5F2C456}" type="datetimeFigureOut">
              <a:rPr kumimoji="1" lang="zh-CN" altLang="en-US" smtClean="0"/>
              <a:t>2024/6/17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4E86C0-81F1-1ADC-4562-C8CB25C2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A7E5ED-562D-8EBE-3201-F68AA07F6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36B8-2151-F546-879F-6B1A31DAF1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0042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32E85A6-84DB-194D-B23F-382551722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919768-ABB0-CBFA-6865-327826B61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BDA3BC-7B53-4B42-2FA1-BDFFD5F02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972F3-3C14-6945-920C-5E10D5F2C456}" type="datetimeFigureOut">
              <a:rPr kumimoji="1" lang="zh-CN" altLang="en-US" smtClean="0"/>
              <a:t>2024/6/17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7B7A82-2BA8-7F41-B421-C40BCD8B9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2AD4CF-16F6-7D27-9161-2F72B80A4A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336B8-2151-F546-879F-6B1A31DAF1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3629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26" Type="http://schemas.microsoft.com/office/2007/relationships/diagramDrawing" Target="../diagrams/drawing5.xml"/><Relationship Id="rId3" Type="http://schemas.openxmlformats.org/officeDocument/2006/relationships/diagramLayout" Target="../diagrams/layout1.xml"/><Relationship Id="rId21" Type="http://schemas.microsoft.com/office/2007/relationships/diagramDrawing" Target="../diagrams/drawing4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5" Type="http://schemas.openxmlformats.org/officeDocument/2006/relationships/diagramColors" Target="../diagrams/colors5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24" Type="http://schemas.openxmlformats.org/officeDocument/2006/relationships/diagramQuickStyle" Target="../diagrams/quickStyle5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23" Type="http://schemas.openxmlformats.org/officeDocument/2006/relationships/diagramLayout" Target="../diagrams/layout5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Relationship Id="rId22" Type="http://schemas.openxmlformats.org/officeDocument/2006/relationships/diagramData" Target="../diagrams/data5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8.xml"/><Relationship Id="rId18" Type="http://schemas.openxmlformats.org/officeDocument/2006/relationships/diagramLayout" Target="../diagrams/layout9.xml"/><Relationship Id="rId26" Type="http://schemas.microsoft.com/office/2007/relationships/diagramDrawing" Target="../diagrams/drawing10.xml"/><Relationship Id="rId39" Type="http://schemas.openxmlformats.org/officeDocument/2006/relationships/diagramQuickStyle" Target="../diagrams/quickStyle13.xml"/><Relationship Id="rId21" Type="http://schemas.microsoft.com/office/2007/relationships/diagramDrawing" Target="../diagrams/drawing9.xml"/><Relationship Id="rId34" Type="http://schemas.openxmlformats.org/officeDocument/2006/relationships/diagramQuickStyle" Target="../diagrams/quickStyle12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6" Type="http://schemas.microsoft.com/office/2007/relationships/diagramDrawing" Target="../diagrams/drawing8.xml"/><Relationship Id="rId20" Type="http://schemas.openxmlformats.org/officeDocument/2006/relationships/diagramColors" Target="../diagrams/colors9.xml"/><Relationship Id="rId29" Type="http://schemas.openxmlformats.org/officeDocument/2006/relationships/diagramQuickStyle" Target="../diagrams/quickStyle11.xml"/><Relationship Id="rId41" Type="http://schemas.microsoft.com/office/2007/relationships/diagramDrawing" Target="../diagrams/drawing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24" Type="http://schemas.openxmlformats.org/officeDocument/2006/relationships/diagramQuickStyle" Target="../diagrams/quickStyle10.xml"/><Relationship Id="rId32" Type="http://schemas.openxmlformats.org/officeDocument/2006/relationships/diagramData" Target="../diagrams/data12.xml"/><Relationship Id="rId37" Type="http://schemas.openxmlformats.org/officeDocument/2006/relationships/diagramData" Target="../diagrams/data13.xml"/><Relationship Id="rId40" Type="http://schemas.openxmlformats.org/officeDocument/2006/relationships/diagramColors" Target="../diagrams/colors13.xml"/><Relationship Id="rId5" Type="http://schemas.openxmlformats.org/officeDocument/2006/relationships/diagramColors" Target="../diagrams/colors6.xml"/><Relationship Id="rId15" Type="http://schemas.openxmlformats.org/officeDocument/2006/relationships/diagramColors" Target="../diagrams/colors8.xml"/><Relationship Id="rId23" Type="http://schemas.openxmlformats.org/officeDocument/2006/relationships/diagramLayout" Target="../diagrams/layout10.xml"/><Relationship Id="rId28" Type="http://schemas.openxmlformats.org/officeDocument/2006/relationships/diagramLayout" Target="../diagrams/layout11.xml"/><Relationship Id="rId36" Type="http://schemas.microsoft.com/office/2007/relationships/diagramDrawing" Target="../diagrams/drawing12.xml"/><Relationship Id="rId10" Type="http://schemas.openxmlformats.org/officeDocument/2006/relationships/diagramColors" Target="../diagrams/colors7.xml"/><Relationship Id="rId19" Type="http://schemas.openxmlformats.org/officeDocument/2006/relationships/diagramQuickStyle" Target="../diagrams/quickStyle9.xml"/><Relationship Id="rId31" Type="http://schemas.microsoft.com/office/2007/relationships/diagramDrawing" Target="../diagrams/drawing11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Relationship Id="rId14" Type="http://schemas.openxmlformats.org/officeDocument/2006/relationships/diagramQuickStyle" Target="../diagrams/quickStyle8.xml"/><Relationship Id="rId22" Type="http://schemas.openxmlformats.org/officeDocument/2006/relationships/diagramData" Target="../diagrams/data10.xml"/><Relationship Id="rId27" Type="http://schemas.openxmlformats.org/officeDocument/2006/relationships/diagramData" Target="../diagrams/data11.xml"/><Relationship Id="rId30" Type="http://schemas.openxmlformats.org/officeDocument/2006/relationships/diagramColors" Target="../diagrams/colors11.xml"/><Relationship Id="rId35" Type="http://schemas.openxmlformats.org/officeDocument/2006/relationships/diagramColors" Target="../diagrams/colors12.xml"/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12" Type="http://schemas.openxmlformats.org/officeDocument/2006/relationships/diagramData" Target="../diagrams/data8.xml"/><Relationship Id="rId17" Type="http://schemas.openxmlformats.org/officeDocument/2006/relationships/diagramData" Target="../diagrams/data9.xml"/><Relationship Id="rId25" Type="http://schemas.openxmlformats.org/officeDocument/2006/relationships/diagramColors" Target="../diagrams/colors10.xml"/><Relationship Id="rId33" Type="http://schemas.openxmlformats.org/officeDocument/2006/relationships/diagramLayout" Target="../diagrams/layout12.xml"/><Relationship Id="rId38" Type="http://schemas.openxmlformats.org/officeDocument/2006/relationships/diagramLayout" Target="../diagrams/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5.xml"/><Relationship Id="rId13" Type="http://schemas.openxmlformats.org/officeDocument/2006/relationships/diagramLayout" Target="../diagrams/layout16.xml"/><Relationship Id="rId18" Type="http://schemas.openxmlformats.org/officeDocument/2006/relationships/diagramLayout" Target="../diagrams/layout17.xml"/><Relationship Id="rId26" Type="http://schemas.microsoft.com/office/2007/relationships/diagramDrawing" Target="../diagrams/drawing18.xml"/><Relationship Id="rId3" Type="http://schemas.openxmlformats.org/officeDocument/2006/relationships/diagramLayout" Target="../diagrams/layout14.xml"/><Relationship Id="rId21" Type="http://schemas.microsoft.com/office/2007/relationships/diagramDrawing" Target="../diagrams/drawing17.xml"/><Relationship Id="rId7" Type="http://schemas.openxmlformats.org/officeDocument/2006/relationships/diagramData" Target="../diagrams/data15.xml"/><Relationship Id="rId12" Type="http://schemas.openxmlformats.org/officeDocument/2006/relationships/diagramData" Target="../diagrams/data16.xml"/><Relationship Id="rId17" Type="http://schemas.openxmlformats.org/officeDocument/2006/relationships/diagramData" Target="../diagrams/data17.xml"/><Relationship Id="rId25" Type="http://schemas.openxmlformats.org/officeDocument/2006/relationships/diagramColors" Target="../diagrams/colors18.xml"/><Relationship Id="rId2" Type="http://schemas.openxmlformats.org/officeDocument/2006/relationships/diagramData" Target="../diagrams/data14.xml"/><Relationship Id="rId16" Type="http://schemas.microsoft.com/office/2007/relationships/diagramDrawing" Target="../diagrams/drawing16.xml"/><Relationship Id="rId20" Type="http://schemas.openxmlformats.org/officeDocument/2006/relationships/diagramColors" Target="../diagrams/colors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11" Type="http://schemas.microsoft.com/office/2007/relationships/diagramDrawing" Target="../diagrams/drawing15.xml"/><Relationship Id="rId24" Type="http://schemas.openxmlformats.org/officeDocument/2006/relationships/diagramQuickStyle" Target="../diagrams/quickStyle18.xml"/><Relationship Id="rId5" Type="http://schemas.openxmlformats.org/officeDocument/2006/relationships/diagramColors" Target="../diagrams/colors14.xml"/><Relationship Id="rId15" Type="http://schemas.openxmlformats.org/officeDocument/2006/relationships/diagramColors" Target="../diagrams/colors16.xml"/><Relationship Id="rId23" Type="http://schemas.openxmlformats.org/officeDocument/2006/relationships/diagramLayout" Target="../diagrams/layout18.xml"/><Relationship Id="rId10" Type="http://schemas.openxmlformats.org/officeDocument/2006/relationships/diagramColors" Target="../diagrams/colors15.xml"/><Relationship Id="rId19" Type="http://schemas.openxmlformats.org/officeDocument/2006/relationships/diagramQuickStyle" Target="../diagrams/quickStyle17.xml"/><Relationship Id="rId4" Type="http://schemas.openxmlformats.org/officeDocument/2006/relationships/diagramQuickStyle" Target="../diagrams/quickStyle14.xml"/><Relationship Id="rId9" Type="http://schemas.openxmlformats.org/officeDocument/2006/relationships/diagramQuickStyle" Target="../diagrams/quickStyle15.xml"/><Relationship Id="rId14" Type="http://schemas.openxmlformats.org/officeDocument/2006/relationships/diagramQuickStyle" Target="../diagrams/quickStyle16.xml"/><Relationship Id="rId22" Type="http://schemas.openxmlformats.org/officeDocument/2006/relationships/diagramData" Target="../diagrams/data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图示 22">
            <a:extLst>
              <a:ext uri="{FF2B5EF4-FFF2-40B4-BE49-F238E27FC236}">
                <a16:creationId xmlns:a16="http://schemas.microsoft.com/office/drawing/2014/main" id="{8BC24E27-7088-341B-EB2C-C71800DC73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42876"/>
              </p:ext>
            </p:extLst>
          </p:nvPr>
        </p:nvGraphicFramePr>
        <p:xfrm>
          <a:off x="170688" y="0"/>
          <a:ext cx="2331278" cy="1908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4" name="图示 23">
            <a:extLst>
              <a:ext uri="{FF2B5EF4-FFF2-40B4-BE49-F238E27FC236}">
                <a16:creationId xmlns:a16="http://schemas.microsoft.com/office/drawing/2014/main" id="{E006CC60-DAFE-A3AF-68FA-2364C574B8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524252"/>
              </p:ext>
            </p:extLst>
          </p:nvPr>
        </p:nvGraphicFramePr>
        <p:xfrm>
          <a:off x="170688" y="2156791"/>
          <a:ext cx="2331278" cy="1908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25" name="图示 24">
            <a:extLst>
              <a:ext uri="{FF2B5EF4-FFF2-40B4-BE49-F238E27FC236}">
                <a16:creationId xmlns:a16="http://schemas.microsoft.com/office/drawing/2014/main" id="{18942742-FB04-D23B-C5F4-ED6312E3D5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8014122"/>
              </p:ext>
            </p:extLst>
          </p:nvPr>
        </p:nvGraphicFramePr>
        <p:xfrm>
          <a:off x="2792984" y="950976"/>
          <a:ext cx="2331278" cy="1908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26" name="图示 25">
            <a:extLst>
              <a:ext uri="{FF2B5EF4-FFF2-40B4-BE49-F238E27FC236}">
                <a16:creationId xmlns:a16="http://schemas.microsoft.com/office/drawing/2014/main" id="{35952E78-FCE1-5C87-642F-C6FA92A56B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9732462"/>
              </p:ext>
            </p:extLst>
          </p:nvPr>
        </p:nvGraphicFramePr>
        <p:xfrm>
          <a:off x="2874706" y="2859289"/>
          <a:ext cx="2331278" cy="1908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27" name="图示 26">
            <a:extLst>
              <a:ext uri="{FF2B5EF4-FFF2-40B4-BE49-F238E27FC236}">
                <a16:creationId xmlns:a16="http://schemas.microsoft.com/office/drawing/2014/main" id="{38851303-CE4A-ED48-FA6C-1C57B5EF0A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6155011"/>
              </p:ext>
            </p:extLst>
          </p:nvPr>
        </p:nvGraphicFramePr>
        <p:xfrm>
          <a:off x="170688" y="4065104"/>
          <a:ext cx="2331278" cy="1908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pSp>
        <p:nvGrpSpPr>
          <p:cNvPr id="36" name="组合 35">
            <a:extLst>
              <a:ext uri="{FF2B5EF4-FFF2-40B4-BE49-F238E27FC236}">
                <a16:creationId xmlns:a16="http://schemas.microsoft.com/office/drawing/2014/main" id="{EDF2C73D-4588-3C8E-E299-8E41FFECE649}"/>
              </a:ext>
            </a:extLst>
          </p:cNvPr>
          <p:cNvGrpSpPr/>
          <p:nvPr/>
        </p:nvGrpSpPr>
        <p:grpSpPr>
          <a:xfrm>
            <a:off x="1719072" y="3316224"/>
            <a:ext cx="1261076" cy="2097024"/>
            <a:chOff x="1548384" y="3316224"/>
            <a:chExt cx="1261076" cy="2097024"/>
          </a:xfrm>
        </p:grpSpPr>
        <p:sp>
          <p:nvSpPr>
            <p:cNvPr id="28" name="菱形 27">
              <a:extLst>
                <a:ext uri="{FF2B5EF4-FFF2-40B4-BE49-F238E27FC236}">
                  <a16:creationId xmlns:a16="http://schemas.microsoft.com/office/drawing/2014/main" id="{D9C743F0-441B-57E6-47C7-C6FE19D3655F}"/>
                </a:ext>
              </a:extLst>
            </p:cNvPr>
            <p:cNvSpPr/>
            <p:nvPr/>
          </p:nvSpPr>
          <p:spPr>
            <a:xfrm>
              <a:off x="1854200" y="3643552"/>
              <a:ext cx="954156" cy="954156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BF4FC7F-3493-F01E-9C81-90E7E1C46F16}"/>
                </a:ext>
              </a:extLst>
            </p:cNvPr>
            <p:cNvSpPr txBox="1"/>
            <p:nvPr/>
          </p:nvSpPr>
          <p:spPr>
            <a:xfrm>
              <a:off x="1957037" y="3982130"/>
              <a:ext cx="8524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>
                  <a:solidFill>
                    <a:schemeClr val="bg1"/>
                  </a:solidFill>
                </a:rPr>
                <a:t>replace</a:t>
              </a:r>
              <a:endParaRPr kumimoji="1" lang="zh-CN" altLang="en-US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33" name="直线箭头连接符 32">
              <a:extLst>
                <a:ext uri="{FF2B5EF4-FFF2-40B4-BE49-F238E27FC236}">
                  <a16:creationId xmlns:a16="http://schemas.microsoft.com/office/drawing/2014/main" id="{9C8D52C4-507D-06FC-C37E-4DC32B38C78D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H="1" flipV="1">
              <a:off x="1548384" y="3316224"/>
              <a:ext cx="782894" cy="32732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EA904457-9857-8AA3-5C84-B7942B2F4514}"/>
                </a:ext>
              </a:extLst>
            </p:cNvPr>
            <p:cNvCxnSpPr>
              <a:stCxn id="28" idx="2"/>
            </p:cNvCxnSpPr>
            <p:nvPr/>
          </p:nvCxnSpPr>
          <p:spPr>
            <a:xfrm flipH="1">
              <a:off x="1706880" y="4597708"/>
              <a:ext cx="624398" cy="81554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3BD7FBF-61C4-42C3-526F-759F2E46EFDC}"/>
              </a:ext>
            </a:extLst>
          </p:cNvPr>
          <p:cNvGrpSpPr/>
          <p:nvPr/>
        </p:nvGrpSpPr>
        <p:grpSpPr>
          <a:xfrm>
            <a:off x="1577009" y="1246779"/>
            <a:ext cx="1419572" cy="1647893"/>
            <a:chOff x="1389888" y="3355054"/>
            <a:chExt cx="1419572" cy="1647893"/>
          </a:xfrm>
        </p:grpSpPr>
        <p:sp>
          <p:nvSpPr>
            <p:cNvPr id="38" name="菱形 37">
              <a:extLst>
                <a:ext uri="{FF2B5EF4-FFF2-40B4-BE49-F238E27FC236}">
                  <a16:creationId xmlns:a16="http://schemas.microsoft.com/office/drawing/2014/main" id="{DA25AEC8-012B-AB6A-8DA7-011A97C0436D}"/>
                </a:ext>
              </a:extLst>
            </p:cNvPr>
            <p:cNvSpPr/>
            <p:nvPr/>
          </p:nvSpPr>
          <p:spPr>
            <a:xfrm>
              <a:off x="1854200" y="3643552"/>
              <a:ext cx="954156" cy="954156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64F7AC00-7FF5-3BDD-5C4D-B9C6AFCF207E}"/>
                </a:ext>
              </a:extLst>
            </p:cNvPr>
            <p:cNvSpPr txBox="1"/>
            <p:nvPr/>
          </p:nvSpPr>
          <p:spPr>
            <a:xfrm>
              <a:off x="1957037" y="3982130"/>
              <a:ext cx="8524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>
                  <a:solidFill>
                    <a:schemeClr val="bg1"/>
                  </a:solidFill>
                </a:rPr>
                <a:t>perform</a:t>
              </a:r>
              <a:endParaRPr kumimoji="1" lang="zh-CN" altLang="en-US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40" name="直线箭头连接符 39">
              <a:extLst>
                <a:ext uri="{FF2B5EF4-FFF2-40B4-BE49-F238E27FC236}">
                  <a16:creationId xmlns:a16="http://schemas.microsoft.com/office/drawing/2014/main" id="{DA99C918-37EA-9703-676F-D28B39925990}"/>
                </a:ext>
              </a:extLst>
            </p:cNvPr>
            <p:cNvCxnSpPr>
              <a:cxnSpLocks/>
              <a:stCxn id="38" idx="0"/>
            </p:cNvCxnSpPr>
            <p:nvPr/>
          </p:nvCxnSpPr>
          <p:spPr>
            <a:xfrm flipH="1" flipV="1">
              <a:off x="1531951" y="3355054"/>
              <a:ext cx="799327" cy="288498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5CEE2DEA-A1A6-B7FB-7CF1-43850FF6DFF1}"/>
                </a:ext>
              </a:extLst>
            </p:cNvPr>
            <p:cNvCxnSpPr>
              <a:cxnSpLocks/>
              <a:stCxn id="38" idx="2"/>
            </p:cNvCxnSpPr>
            <p:nvPr/>
          </p:nvCxnSpPr>
          <p:spPr>
            <a:xfrm flipH="1">
              <a:off x="1389888" y="4597708"/>
              <a:ext cx="941390" cy="40523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AE0285F3-1274-2DC8-0590-D0B66FF2E8B7}"/>
              </a:ext>
            </a:extLst>
          </p:cNvPr>
          <p:cNvGrpSpPr/>
          <p:nvPr/>
        </p:nvGrpSpPr>
        <p:grpSpPr>
          <a:xfrm>
            <a:off x="2602109" y="2060448"/>
            <a:ext cx="1123916" cy="1785200"/>
            <a:chOff x="1854200" y="3248551"/>
            <a:chExt cx="1123916" cy="1785200"/>
          </a:xfrm>
        </p:grpSpPr>
        <p:sp>
          <p:nvSpPr>
            <p:cNvPr id="45" name="菱形 44">
              <a:extLst>
                <a:ext uri="{FF2B5EF4-FFF2-40B4-BE49-F238E27FC236}">
                  <a16:creationId xmlns:a16="http://schemas.microsoft.com/office/drawing/2014/main" id="{4CA6A104-C6DE-163E-59CC-BB7957418FA2}"/>
                </a:ext>
              </a:extLst>
            </p:cNvPr>
            <p:cNvSpPr/>
            <p:nvPr/>
          </p:nvSpPr>
          <p:spPr>
            <a:xfrm>
              <a:off x="1854200" y="3643552"/>
              <a:ext cx="954156" cy="954156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14ADBC43-B71F-4C16-48BB-2BB83B3C9914}"/>
                </a:ext>
              </a:extLst>
            </p:cNvPr>
            <p:cNvSpPr txBox="1"/>
            <p:nvPr/>
          </p:nvSpPr>
          <p:spPr>
            <a:xfrm>
              <a:off x="1957037" y="3982130"/>
              <a:ext cx="8524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>
                  <a:solidFill>
                    <a:schemeClr val="bg1"/>
                  </a:solidFill>
                </a:rPr>
                <a:t>own</a:t>
              </a:r>
              <a:endParaRPr kumimoji="1" lang="zh-CN" altLang="en-US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47" name="直线箭头连接符 46">
              <a:extLst>
                <a:ext uri="{FF2B5EF4-FFF2-40B4-BE49-F238E27FC236}">
                  <a16:creationId xmlns:a16="http://schemas.microsoft.com/office/drawing/2014/main" id="{9ADAA894-6E16-E276-59F8-3388F319C1E3}"/>
                </a:ext>
              </a:extLst>
            </p:cNvPr>
            <p:cNvCxnSpPr>
              <a:cxnSpLocks/>
              <a:stCxn id="45" idx="0"/>
            </p:cNvCxnSpPr>
            <p:nvPr/>
          </p:nvCxnSpPr>
          <p:spPr>
            <a:xfrm flipV="1">
              <a:off x="2331278" y="3248551"/>
              <a:ext cx="646838" cy="395001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4090C257-F924-D918-AA9F-7AF91F2EDB7A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>
              <a:off x="2331278" y="4597708"/>
              <a:ext cx="646838" cy="436043"/>
            </a:xfrm>
            <a:prstGeom prst="line">
              <a:avLst/>
            </a:prstGeom>
            <a:ln>
              <a:headEnd type="none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0EC374A0-7F26-B32F-E8B9-30A5E1EBF53A}"/>
              </a:ext>
            </a:extLst>
          </p:cNvPr>
          <p:cNvSpPr txBox="1"/>
          <p:nvPr/>
        </p:nvSpPr>
        <p:spPr>
          <a:xfrm>
            <a:off x="5602400" y="762702"/>
            <a:ext cx="66961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Relationship: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customer – own – automobile:</a:t>
            </a:r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dirty="0"/>
              <a:t>One – to – Many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workshop – perform – maintenance work</a:t>
            </a:r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dirty="0"/>
              <a:t>One – to - Many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maintenance work – replace – spare parts</a:t>
            </a:r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dirty="0"/>
              <a:t>One – to – Many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D394A387-41C1-E37C-CED6-D88267FFBB92}"/>
              </a:ext>
            </a:extLst>
          </p:cNvPr>
          <p:cNvSpPr txBox="1"/>
          <p:nvPr/>
        </p:nvSpPr>
        <p:spPr>
          <a:xfrm>
            <a:off x="5495809" y="2894672"/>
            <a:ext cx="66961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Schema: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Workshop (‘</a:t>
            </a:r>
            <a:r>
              <a:rPr kumimoji="1" lang="en-US" altLang="zh-CN" u="sng" dirty="0" err="1"/>
              <a:t>wname</a:t>
            </a:r>
            <a:r>
              <a:rPr kumimoji="1" lang="en-US" altLang="zh-CN" dirty="0"/>
              <a:t>’, ‘address’, ‘phone number’)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Maintenance work (‘</a:t>
            </a:r>
            <a:r>
              <a:rPr kumimoji="1" lang="en-US" altLang="zh-CN" u="sng" dirty="0"/>
              <a:t>number’,</a:t>
            </a:r>
            <a:r>
              <a:rPr kumimoji="1" lang="en-US" altLang="zh-CN" dirty="0"/>
              <a:t> ‘start’, ‘end’, ‘labor hours’)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Spare parts (‘</a:t>
            </a:r>
            <a:r>
              <a:rPr kumimoji="1" lang="en-US" altLang="zh-CN" u="sng" dirty="0"/>
              <a:t>code</a:t>
            </a:r>
            <a:r>
              <a:rPr kumimoji="1" lang="en-US" altLang="zh-CN" dirty="0"/>
              <a:t>’, ‘quantities’, ‘name’, ‘unit cost’)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Automobile (‘</a:t>
            </a:r>
            <a:r>
              <a:rPr kumimoji="1" lang="en-US" altLang="zh-CN" u="sng" dirty="0"/>
              <a:t>registration</a:t>
            </a:r>
            <a:r>
              <a:rPr kumimoji="1" lang="en-US" altLang="zh-CN" dirty="0"/>
              <a:t>’, ‘make/model’, ‘owner’)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Customer (’</a:t>
            </a:r>
            <a:r>
              <a:rPr kumimoji="1" lang="en-US" altLang="zh-CN" u="sng" dirty="0"/>
              <a:t>SIN</a:t>
            </a:r>
            <a:r>
              <a:rPr kumimoji="1" lang="en-US" altLang="zh-CN" dirty="0"/>
              <a:t>’, ‘surname’, ‘first name’, ‘phone’)</a:t>
            </a:r>
          </a:p>
          <a:p>
            <a:pPr marL="342900" indent="-342900">
              <a:buFont typeface="+mj-lt"/>
              <a:buAutoNum type="arabicPeriod"/>
            </a:pPr>
            <a:endParaRPr kumimoji="1" lang="en-US" altLang="zh-CN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Perform (‘</a:t>
            </a:r>
            <a:r>
              <a:rPr kumimoji="1" lang="en-US" altLang="zh-CN" u="sng" dirty="0" err="1"/>
              <a:t>wname</a:t>
            </a:r>
            <a:r>
              <a:rPr kumimoji="1" lang="en-US" altLang="zh-CN" dirty="0"/>
              <a:t>’, ‘number’)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Replace (‘</a:t>
            </a:r>
            <a:r>
              <a:rPr kumimoji="1" lang="en-US" altLang="zh-CN" u="sng" dirty="0"/>
              <a:t>number</a:t>
            </a:r>
            <a:r>
              <a:rPr kumimoji="1" lang="en-US" altLang="zh-CN" dirty="0"/>
              <a:t>’, ‘code’)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Own (’</a:t>
            </a:r>
            <a:r>
              <a:rPr kumimoji="1" lang="en-US" altLang="zh-CN" u="sng" dirty="0"/>
              <a:t>SIN</a:t>
            </a:r>
            <a:r>
              <a:rPr kumimoji="1" lang="en-US" altLang="zh-CN" dirty="0"/>
              <a:t>’, ‘registration’)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929E6E9-1985-3172-6BA9-820F10BBE5C1}"/>
              </a:ext>
            </a:extLst>
          </p:cNvPr>
          <p:cNvSpPr txBox="1"/>
          <p:nvPr/>
        </p:nvSpPr>
        <p:spPr>
          <a:xfrm>
            <a:off x="11082528" y="0"/>
            <a:ext cx="1109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b="1" dirty="0"/>
              <a:t>Q1</a:t>
            </a:r>
            <a:endParaRPr kumimoji="1" lang="zh-CN" alt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3586981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5C854EF-ABD2-2FF4-DFA4-DDA4408A12C0}"/>
              </a:ext>
            </a:extLst>
          </p:cNvPr>
          <p:cNvSpPr txBox="1"/>
          <p:nvPr/>
        </p:nvSpPr>
        <p:spPr>
          <a:xfrm>
            <a:off x="11082528" y="0"/>
            <a:ext cx="1109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b="1" dirty="0"/>
              <a:t>Q2</a:t>
            </a:r>
            <a:endParaRPr kumimoji="1" lang="zh-CN" altLang="en-US" sz="5400" b="1" dirty="0"/>
          </a:p>
        </p:txBody>
      </p:sp>
      <p:graphicFrame>
        <p:nvGraphicFramePr>
          <p:cNvPr id="47" name="图示 46">
            <a:extLst>
              <a:ext uri="{FF2B5EF4-FFF2-40B4-BE49-F238E27FC236}">
                <a16:creationId xmlns:a16="http://schemas.microsoft.com/office/drawing/2014/main" id="{0C89387A-02A7-0E62-6D9B-8048EA6E39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6212912"/>
              </p:ext>
            </p:extLst>
          </p:nvPr>
        </p:nvGraphicFramePr>
        <p:xfrm>
          <a:off x="2481897" y="4257186"/>
          <a:ext cx="2767584" cy="31206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5" name="文本框 84">
            <a:extLst>
              <a:ext uri="{FF2B5EF4-FFF2-40B4-BE49-F238E27FC236}">
                <a16:creationId xmlns:a16="http://schemas.microsoft.com/office/drawing/2014/main" id="{3346DCFC-1206-5595-5B0E-59288D7525DD}"/>
              </a:ext>
            </a:extLst>
          </p:cNvPr>
          <p:cNvSpPr txBox="1"/>
          <p:nvPr/>
        </p:nvSpPr>
        <p:spPr>
          <a:xfrm>
            <a:off x="6955783" y="923330"/>
            <a:ext cx="669619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Relationship: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Patient – has – Admission information:</a:t>
            </a:r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dirty="0"/>
              <a:t>One – to – Many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Doctor – charge - Admission information :</a:t>
            </a:r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dirty="0"/>
              <a:t>One – to - Many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Doctor – attend – University: </a:t>
            </a:r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dirty="0"/>
              <a:t>One – to – Many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Doctor – present – exam:</a:t>
            </a:r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dirty="0"/>
              <a:t>One – to – Many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Patient – go – exam:</a:t>
            </a:r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dirty="0"/>
              <a:t>One – to – Many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Exam – need – Component:</a:t>
            </a:r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dirty="0"/>
              <a:t>One – to – Many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Component – prescribe – Medicine:</a:t>
            </a:r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dirty="0"/>
              <a:t>Many – to - Many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Exam – diagonalize – illness:</a:t>
            </a:r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dirty="0"/>
              <a:t>One – to - Many</a:t>
            </a:r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4E87F31C-A301-0AC6-9B1A-A33C42BF415C}"/>
              </a:ext>
            </a:extLst>
          </p:cNvPr>
          <p:cNvGrpSpPr/>
          <p:nvPr/>
        </p:nvGrpSpPr>
        <p:grpSpPr>
          <a:xfrm>
            <a:off x="219263" y="0"/>
            <a:ext cx="6723258" cy="6631337"/>
            <a:chOff x="0" y="1"/>
            <a:chExt cx="6723258" cy="6631337"/>
          </a:xfrm>
        </p:grpSpPr>
        <p:graphicFrame>
          <p:nvGraphicFramePr>
            <p:cNvPr id="5" name="图示 4">
              <a:extLst>
                <a:ext uri="{FF2B5EF4-FFF2-40B4-BE49-F238E27FC236}">
                  <a16:creationId xmlns:a16="http://schemas.microsoft.com/office/drawing/2014/main" id="{4EB792A1-2AE4-3FDE-B009-8748AD5421C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17226156"/>
                </p:ext>
              </p:extLst>
            </p:nvPr>
          </p:nvGraphicFramePr>
          <p:xfrm>
            <a:off x="0" y="1"/>
            <a:ext cx="2767584" cy="264566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graphicFrame>
          <p:nvGraphicFramePr>
            <p:cNvPr id="6" name="图示 5">
              <a:extLst>
                <a:ext uri="{FF2B5EF4-FFF2-40B4-BE49-F238E27FC236}">
                  <a16:creationId xmlns:a16="http://schemas.microsoft.com/office/drawing/2014/main" id="{32A8A283-8B41-DEA2-117E-5FEE58647FB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29529590"/>
                </p:ext>
              </p:extLst>
            </p:nvPr>
          </p:nvGraphicFramePr>
          <p:xfrm>
            <a:off x="3346704" y="1"/>
            <a:ext cx="2767584" cy="264566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76B17FA-9850-E201-70AD-2716FB07CD23}"/>
                </a:ext>
              </a:extLst>
            </p:cNvPr>
            <p:cNvGrpSpPr/>
            <p:nvPr/>
          </p:nvGrpSpPr>
          <p:grpSpPr>
            <a:xfrm>
              <a:off x="2024435" y="380645"/>
              <a:ext cx="2334400" cy="972969"/>
              <a:chOff x="1160802" y="3624739"/>
              <a:chExt cx="2334400" cy="972969"/>
            </a:xfrm>
          </p:grpSpPr>
          <p:sp>
            <p:nvSpPr>
              <p:cNvPr id="8" name="菱形 7">
                <a:extLst>
                  <a:ext uri="{FF2B5EF4-FFF2-40B4-BE49-F238E27FC236}">
                    <a16:creationId xmlns:a16="http://schemas.microsoft.com/office/drawing/2014/main" id="{ACBA71DF-B255-14B2-D81F-C1E0EA6BC231}"/>
                  </a:ext>
                </a:extLst>
              </p:cNvPr>
              <p:cNvSpPr/>
              <p:nvPr/>
            </p:nvSpPr>
            <p:spPr>
              <a:xfrm>
                <a:off x="1854200" y="3643552"/>
                <a:ext cx="954156" cy="954156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8E0A603-F78D-4F14-F859-F3EE64F126A8}"/>
                  </a:ext>
                </a:extLst>
              </p:cNvPr>
              <p:cNvSpPr txBox="1"/>
              <p:nvPr/>
            </p:nvSpPr>
            <p:spPr>
              <a:xfrm>
                <a:off x="2092971" y="3958620"/>
                <a:ext cx="8524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bg1"/>
                    </a:solidFill>
                  </a:rPr>
                  <a:t>has</a:t>
                </a:r>
                <a:endParaRPr kumimoji="1" lang="zh-CN" altLang="en-US" sz="12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0" name="直线箭头连接符 9">
                <a:extLst>
                  <a:ext uri="{FF2B5EF4-FFF2-40B4-BE49-F238E27FC236}">
                    <a16:creationId xmlns:a16="http://schemas.microsoft.com/office/drawing/2014/main" id="{76E9A330-74F1-F14D-25C7-7165D66EA828}"/>
                  </a:ext>
                </a:extLst>
              </p:cNvPr>
              <p:cNvCxnSpPr>
                <a:cxnSpLocks/>
                <a:stCxn id="8" idx="0"/>
              </p:cNvCxnSpPr>
              <p:nvPr/>
            </p:nvCxnSpPr>
            <p:spPr>
              <a:xfrm flipH="1" flipV="1">
                <a:off x="1160802" y="3624739"/>
                <a:ext cx="1170476" cy="18813"/>
              </a:xfrm>
              <a:prstGeom prst="straightConnector1">
                <a:avLst/>
              </a:prstGeom>
              <a:ln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50688B30-673C-73E1-3ED6-73BAB7E9C104}"/>
                  </a:ext>
                </a:extLst>
              </p:cNvPr>
              <p:cNvCxnSpPr>
                <a:cxnSpLocks/>
                <a:stCxn id="8" idx="2"/>
              </p:cNvCxnSpPr>
              <p:nvPr/>
            </p:nvCxnSpPr>
            <p:spPr>
              <a:xfrm flipV="1">
                <a:off x="2331278" y="4540213"/>
                <a:ext cx="1163924" cy="5749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15" name="图示 14">
              <a:extLst>
                <a:ext uri="{FF2B5EF4-FFF2-40B4-BE49-F238E27FC236}">
                  <a16:creationId xmlns:a16="http://schemas.microsoft.com/office/drawing/2014/main" id="{70EBD632-57A5-103C-2D04-9B566194615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65082225"/>
                </p:ext>
              </p:extLst>
            </p:nvPr>
          </p:nvGraphicFramePr>
          <p:xfrm>
            <a:off x="207459" y="1814806"/>
            <a:ext cx="2767584" cy="264566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" r:lo="rId18" r:qs="rId19" r:cs="rId20"/>
            </a:graphicData>
          </a:graphic>
        </p:graphicFrame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EDABA0C6-F349-C30A-B377-5A4729E40505}"/>
                </a:ext>
              </a:extLst>
            </p:cNvPr>
            <p:cNvGrpSpPr/>
            <p:nvPr/>
          </p:nvGrpSpPr>
          <p:grpSpPr>
            <a:xfrm>
              <a:off x="1291897" y="923330"/>
              <a:ext cx="657406" cy="1329386"/>
              <a:chOff x="1854200" y="2933181"/>
              <a:chExt cx="1047703" cy="2118636"/>
            </a:xfrm>
          </p:grpSpPr>
          <p:sp>
            <p:nvSpPr>
              <p:cNvPr id="17" name="菱形 16">
                <a:extLst>
                  <a:ext uri="{FF2B5EF4-FFF2-40B4-BE49-F238E27FC236}">
                    <a16:creationId xmlns:a16="http://schemas.microsoft.com/office/drawing/2014/main" id="{18286B05-A057-53F7-5B3B-C95BC5C1A7B5}"/>
                  </a:ext>
                </a:extLst>
              </p:cNvPr>
              <p:cNvSpPr/>
              <p:nvPr/>
            </p:nvSpPr>
            <p:spPr>
              <a:xfrm>
                <a:off x="1854200" y="3643552"/>
                <a:ext cx="954156" cy="954156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83BC19B-85F3-057B-E804-BA56A2ABF9A7}"/>
                  </a:ext>
                </a:extLst>
              </p:cNvPr>
              <p:cNvSpPr txBox="1"/>
              <p:nvPr/>
            </p:nvSpPr>
            <p:spPr>
              <a:xfrm>
                <a:off x="2049480" y="3857574"/>
                <a:ext cx="852423" cy="4414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bg1"/>
                    </a:solidFill>
                  </a:rPr>
                  <a:t>go</a:t>
                </a:r>
                <a:endParaRPr kumimoji="1" lang="zh-CN" altLang="en-US" sz="12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9" name="直线箭头连接符 18">
                <a:extLst>
                  <a:ext uri="{FF2B5EF4-FFF2-40B4-BE49-F238E27FC236}">
                    <a16:creationId xmlns:a16="http://schemas.microsoft.com/office/drawing/2014/main" id="{BE986BC9-DEA0-ADF6-F338-A7F35D5CE74D}"/>
                  </a:ext>
                </a:extLst>
              </p:cNvPr>
              <p:cNvCxnSpPr>
                <a:cxnSpLocks/>
                <a:stCxn id="17" idx="0"/>
              </p:cNvCxnSpPr>
              <p:nvPr/>
            </p:nvCxnSpPr>
            <p:spPr>
              <a:xfrm flipV="1">
                <a:off x="2331278" y="2933181"/>
                <a:ext cx="0" cy="710370"/>
              </a:xfrm>
              <a:prstGeom prst="straightConnector1">
                <a:avLst/>
              </a:prstGeom>
              <a:ln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线连接符 19">
                <a:extLst>
                  <a:ext uri="{FF2B5EF4-FFF2-40B4-BE49-F238E27FC236}">
                    <a16:creationId xmlns:a16="http://schemas.microsoft.com/office/drawing/2014/main" id="{CA66C8BD-345B-00C0-E344-25DBA49BABC2}"/>
                  </a:ext>
                </a:extLst>
              </p:cNvPr>
              <p:cNvCxnSpPr>
                <a:cxnSpLocks/>
                <a:stCxn id="17" idx="2"/>
              </p:cNvCxnSpPr>
              <p:nvPr/>
            </p:nvCxnSpPr>
            <p:spPr>
              <a:xfrm>
                <a:off x="2331278" y="4597708"/>
                <a:ext cx="0" cy="45410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C9109AF2-0372-9DA8-72FE-BA01A952BE25}"/>
                </a:ext>
              </a:extLst>
            </p:cNvPr>
            <p:cNvGrpSpPr/>
            <p:nvPr/>
          </p:nvGrpSpPr>
          <p:grpSpPr>
            <a:xfrm>
              <a:off x="1291897" y="2930472"/>
              <a:ext cx="598708" cy="1329386"/>
              <a:chOff x="1854200" y="2933181"/>
              <a:chExt cx="954156" cy="2118636"/>
            </a:xfrm>
          </p:grpSpPr>
          <p:sp>
            <p:nvSpPr>
              <p:cNvPr id="29" name="菱形 28">
                <a:extLst>
                  <a:ext uri="{FF2B5EF4-FFF2-40B4-BE49-F238E27FC236}">
                    <a16:creationId xmlns:a16="http://schemas.microsoft.com/office/drawing/2014/main" id="{57D3F06E-1941-CA91-6F40-AB6519E973B9}"/>
                  </a:ext>
                </a:extLst>
              </p:cNvPr>
              <p:cNvSpPr/>
              <p:nvPr/>
            </p:nvSpPr>
            <p:spPr>
              <a:xfrm>
                <a:off x="1854200" y="3643552"/>
                <a:ext cx="954156" cy="954156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B2FFEDC-8EDC-4700-9ACB-7AD88B07E2D3}"/>
                  </a:ext>
                </a:extLst>
              </p:cNvPr>
              <p:cNvSpPr txBox="1"/>
              <p:nvPr/>
            </p:nvSpPr>
            <p:spPr>
              <a:xfrm>
                <a:off x="1932898" y="3857574"/>
                <a:ext cx="852423" cy="4414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bg1"/>
                    </a:solidFill>
                  </a:rPr>
                  <a:t>need</a:t>
                </a:r>
                <a:endParaRPr kumimoji="1" lang="zh-CN" altLang="en-US" sz="12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31" name="直线箭头连接符 30">
                <a:extLst>
                  <a:ext uri="{FF2B5EF4-FFF2-40B4-BE49-F238E27FC236}">
                    <a16:creationId xmlns:a16="http://schemas.microsoft.com/office/drawing/2014/main" id="{BFA6A424-FF6C-A012-5594-F892B9DF97CE}"/>
                  </a:ext>
                </a:extLst>
              </p:cNvPr>
              <p:cNvCxnSpPr>
                <a:cxnSpLocks/>
                <a:stCxn id="29" idx="0"/>
              </p:cNvCxnSpPr>
              <p:nvPr/>
            </p:nvCxnSpPr>
            <p:spPr>
              <a:xfrm flipV="1">
                <a:off x="2331278" y="2933181"/>
                <a:ext cx="0" cy="710370"/>
              </a:xfrm>
              <a:prstGeom prst="straightConnector1">
                <a:avLst/>
              </a:prstGeom>
              <a:ln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3D75DABF-9657-295E-DD3E-90F8FB958378}"/>
                  </a:ext>
                </a:extLst>
              </p:cNvPr>
              <p:cNvCxnSpPr>
                <a:cxnSpLocks/>
                <a:stCxn id="29" idx="2"/>
              </p:cNvCxnSpPr>
              <p:nvPr/>
            </p:nvCxnSpPr>
            <p:spPr>
              <a:xfrm>
                <a:off x="2331278" y="4597708"/>
                <a:ext cx="0" cy="45410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33" name="图示 32">
              <a:extLst>
                <a:ext uri="{FF2B5EF4-FFF2-40B4-BE49-F238E27FC236}">
                  <a16:creationId xmlns:a16="http://schemas.microsoft.com/office/drawing/2014/main" id="{9D87D4ED-D251-A8FC-07CA-1A59CBFA4C0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804488177"/>
                </p:ext>
              </p:extLst>
            </p:nvPr>
          </p:nvGraphicFramePr>
          <p:xfrm>
            <a:off x="224922" y="3283720"/>
            <a:ext cx="2767584" cy="312064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2" r:lo="rId23" r:qs="rId24" r:cs="rId25"/>
            </a:graphicData>
          </a:graphic>
        </p:graphicFrame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F369BF34-DC6C-F9BB-6391-5C469AC904ED}"/>
                </a:ext>
              </a:extLst>
            </p:cNvPr>
            <p:cNvGrpSpPr/>
            <p:nvPr/>
          </p:nvGrpSpPr>
          <p:grpSpPr>
            <a:xfrm>
              <a:off x="938784" y="4921990"/>
              <a:ext cx="1560576" cy="1178738"/>
              <a:chOff x="1384994" y="2933181"/>
              <a:chExt cx="2487077" cy="1878549"/>
            </a:xfrm>
          </p:grpSpPr>
          <p:sp>
            <p:nvSpPr>
              <p:cNvPr id="35" name="菱形 34">
                <a:extLst>
                  <a:ext uri="{FF2B5EF4-FFF2-40B4-BE49-F238E27FC236}">
                    <a16:creationId xmlns:a16="http://schemas.microsoft.com/office/drawing/2014/main" id="{C611F374-084F-C6E2-66F4-043853ED896C}"/>
                  </a:ext>
                </a:extLst>
              </p:cNvPr>
              <p:cNvSpPr/>
              <p:nvPr/>
            </p:nvSpPr>
            <p:spPr>
              <a:xfrm>
                <a:off x="1384994" y="3643551"/>
                <a:ext cx="1904166" cy="954156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1C842129-05C5-CEFC-39D1-29D4F4BA0010}"/>
                  </a:ext>
                </a:extLst>
              </p:cNvPr>
              <p:cNvSpPr txBox="1"/>
              <p:nvPr/>
            </p:nvSpPr>
            <p:spPr>
              <a:xfrm>
                <a:off x="1757050" y="3882956"/>
                <a:ext cx="1260984" cy="4414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bg1"/>
                    </a:solidFill>
                  </a:rPr>
                  <a:t>prescribe</a:t>
                </a:r>
                <a:endParaRPr kumimoji="1" lang="zh-CN" altLang="en-US" sz="12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37" name="直线箭头连接符 36">
                <a:extLst>
                  <a:ext uri="{FF2B5EF4-FFF2-40B4-BE49-F238E27FC236}">
                    <a16:creationId xmlns:a16="http://schemas.microsoft.com/office/drawing/2014/main" id="{D72FB31E-EC79-4107-7643-824B62F09F27}"/>
                  </a:ext>
                </a:extLst>
              </p:cNvPr>
              <p:cNvCxnSpPr>
                <a:cxnSpLocks/>
                <a:stCxn id="35" idx="0"/>
              </p:cNvCxnSpPr>
              <p:nvPr/>
            </p:nvCxnSpPr>
            <p:spPr>
              <a:xfrm flipH="1" flipV="1">
                <a:off x="2331277" y="2933181"/>
                <a:ext cx="5801" cy="710370"/>
              </a:xfrm>
              <a:prstGeom prst="straightConnector1">
                <a:avLst/>
              </a:prstGeom>
              <a:ln>
                <a:headEnd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D2E5352B-C0C4-3A84-BCB2-3581CA9D93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31278" y="4597708"/>
                <a:ext cx="1540793" cy="21402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F8E8DC07-B4C2-B180-8149-8743D65B3651}"/>
                </a:ext>
              </a:extLst>
            </p:cNvPr>
            <p:cNvGrpSpPr/>
            <p:nvPr/>
          </p:nvGrpSpPr>
          <p:grpSpPr>
            <a:xfrm>
              <a:off x="1969499" y="2948583"/>
              <a:ext cx="1212999" cy="1129460"/>
              <a:chOff x="1679316" y="3230708"/>
              <a:chExt cx="1933147" cy="1800014"/>
            </a:xfrm>
          </p:grpSpPr>
          <p:sp>
            <p:nvSpPr>
              <p:cNvPr id="49" name="菱形 48">
                <a:extLst>
                  <a:ext uri="{FF2B5EF4-FFF2-40B4-BE49-F238E27FC236}">
                    <a16:creationId xmlns:a16="http://schemas.microsoft.com/office/drawing/2014/main" id="{050E1692-F2BB-FFD8-6C7B-69D67999FE4C}"/>
                  </a:ext>
                </a:extLst>
              </p:cNvPr>
              <p:cNvSpPr/>
              <p:nvPr/>
            </p:nvSpPr>
            <p:spPr>
              <a:xfrm>
                <a:off x="1766867" y="3622455"/>
                <a:ext cx="1845596" cy="954157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44F9FAAA-5F85-EB69-222B-E0A88F9F31FF}"/>
                  </a:ext>
                </a:extLst>
              </p:cNvPr>
              <p:cNvSpPr txBox="1"/>
              <p:nvPr/>
            </p:nvSpPr>
            <p:spPr>
              <a:xfrm>
                <a:off x="1956026" y="3878808"/>
                <a:ext cx="1566932" cy="4414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bg1"/>
                    </a:solidFill>
                  </a:rPr>
                  <a:t>diagonalize</a:t>
                </a:r>
                <a:endParaRPr kumimoji="1" lang="zh-CN" altLang="en-US" sz="12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51" name="直线箭头连接符 50">
                <a:extLst>
                  <a:ext uri="{FF2B5EF4-FFF2-40B4-BE49-F238E27FC236}">
                    <a16:creationId xmlns:a16="http://schemas.microsoft.com/office/drawing/2014/main" id="{1BE7CF83-9575-2A24-E7CD-F0A0B510378C}"/>
                  </a:ext>
                </a:extLst>
              </p:cNvPr>
              <p:cNvCxnSpPr>
                <a:cxnSpLocks/>
                <a:stCxn id="49" idx="0"/>
              </p:cNvCxnSpPr>
              <p:nvPr/>
            </p:nvCxnSpPr>
            <p:spPr>
              <a:xfrm flipH="1" flipV="1">
                <a:off x="1679316" y="3230708"/>
                <a:ext cx="1010350" cy="391747"/>
              </a:xfrm>
              <a:prstGeom prst="straightConnector1">
                <a:avLst/>
              </a:prstGeom>
              <a:ln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线连接符 51">
                <a:extLst>
                  <a:ext uri="{FF2B5EF4-FFF2-40B4-BE49-F238E27FC236}">
                    <a16:creationId xmlns:a16="http://schemas.microsoft.com/office/drawing/2014/main" id="{951B0945-A543-9B40-6C82-2CDCED657417}"/>
                  </a:ext>
                </a:extLst>
              </p:cNvPr>
              <p:cNvCxnSpPr>
                <a:cxnSpLocks/>
                <a:stCxn id="49" idx="2"/>
              </p:cNvCxnSpPr>
              <p:nvPr/>
            </p:nvCxnSpPr>
            <p:spPr>
              <a:xfrm>
                <a:off x="2689666" y="4576613"/>
                <a:ext cx="698707" cy="45410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64" name="图示 63">
              <a:extLst>
                <a:ext uri="{FF2B5EF4-FFF2-40B4-BE49-F238E27FC236}">
                  <a16:creationId xmlns:a16="http://schemas.microsoft.com/office/drawing/2014/main" id="{D148352A-082D-ABBA-5DA7-600DF332A5D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76800906"/>
                </p:ext>
              </p:extLst>
            </p:nvPr>
          </p:nvGraphicFramePr>
          <p:xfrm>
            <a:off x="2247812" y="2224174"/>
            <a:ext cx="3529741" cy="287435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7" r:lo="rId28" r:qs="rId29" r:cs="rId30"/>
            </a:graphicData>
          </a:graphic>
        </p:graphicFrame>
        <p:graphicFrame>
          <p:nvGraphicFramePr>
            <p:cNvPr id="65" name="图示 64">
              <a:extLst>
                <a:ext uri="{FF2B5EF4-FFF2-40B4-BE49-F238E27FC236}">
                  <a16:creationId xmlns:a16="http://schemas.microsoft.com/office/drawing/2014/main" id="{CE77F8E3-2C4A-80C1-637D-B829EE44D11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285697400"/>
                </p:ext>
              </p:extLst>
            </p:nvPr>
          </p:nvGraphicFramePr>
          <p:xfrm>
            <a:off x="3571626" y="1828027"/>
            <a:ext cx="2767584" cy="264566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2" r:lo="rId33" r:qs="rId34" r:cs="rId35"/>
            </a:graphicData>
          </a:graphic>
        </p:graphicFrame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DDE5306D-069A-8CC5-424B-4F629CF0C150}"/>
                </a:ext>
              </a:extLst>
            </p:cNvPr>
            <p:cNvGrpSpPr/>
            <p:nvPr/>
          </p:nvGrpSpPr>
          <p:grpSpPr>
            <a:xfrm>
              <a:off x="3097824" y="1583868"/>
              <a:ext cx="1514949" cy="1412104"/>
              <a:chOff x="1854200" y="3566747"/>
              <a:chExt cx="1514949" cy="1412104"/>
            </a:xfrm>
          </p:grpSpPr>
          <p:sp>
            <p:nvSpPr>
              <p:cNvPr id="67" name="菱形 66">
                <a:extLst>
                  <a:ext uri="{FF2B5EF4-FFF2-40B4-BE49-F238E27FC236}">
                    <a16:creationId xmlns:a16="http://schemas.microsoft.com/office/drawing/2014/main" id="{2D2F4AF9-9809-E2BB-335C-8E9B01C7BF43}"/>
                  </a:ext>
                </a:extLst>
              </p:cNvPr>
              <p:cNvSpPr/>
              <p:nvPr/>
            </p:nvSpPr>
            <p:spPr>
              <a:xfrm>
                <a:off x="1854200" y="3871428"/>
                <a:ext cx="726279" cy="726279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4ECC1EDB-039A-258A-D9CF-7504872CC808}"/>
                  </a:ext>
                </a:extLst>
              </p:cNvPr>
              <p:cNvSpPr txBox="1"/>
              <p:nvPr/>
            </p:nvSpPr>
            <p:spPr>
              <a:xfrm>
                <a:off x="1913088" y="4078793"/>
                <a:ext cx="8524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bg1"/>
                    </a:solidFill>
                  </a:rPr>
                  <a:t>charge</a:t>
                </a:r>
                <a:endParaRPr kumimoji="1" lang="zh-CN" altLang="en-US" sz="12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69" name="直线箭头连接符 68">
                <a:extLst>
                  <a:ext uri="{FF2B5EF4-FFF2-40B4-BE49-F238E27FC236}">
                    <a16:creationId xmlns:a16="http://schemas.microsoft.com/office/drawing/2014/main" id="{AC7DBACA-95AA-C3EA-2A6A-A60C365897C5}"/>
                  </a:ext>
                </a:extLst>
              </p:cNvPr>
              <p:cNvCxnSpPr>
                <a:cxnSpLocks/>
                <a:stCxn id="67" idx="0"/>
              </p:cNvCxnSpPr>
              <p:nvPr/>
            </p:nvCxnSpPr>
            <p:spPr>
              <a:xfrm flipV="1">
                <a:off x="2217340" y="3566747"/>
                <a:ext cx="897871" cy="304681"/>
              </a:xfrm>
              <a:prstGeom prst="straightConnector1">
                <a:avLst/>
              </a:prstGeom>
              <a:ln>
                <a:headEnd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线连接符 69">
                <a:extLst>
                  <a:ext uri="{FF2B5EF4-FFF2-40B4-BE49-F238E27FC236}">
                    <a16:creationId xmlns:a16="http://schemas.microsoft.com/office/drawing/2014/main" id="{BB1E597A-6457-CA70-884D-C761A43B7356}"/>
                  </a:ext>
                </a:extLst>
              </p:cNvPr>
              <p:cNvCxnSpPr>
                <a:cxnSpLocks/>
                <a:stCxn id="67" idx="2"/>
              </p:cNvCxnSpPr>
              <p:nvPr/>
            </p:nvCxnSpPr>
            <p:spPr>
              <a:xfrm>
                <a:off x="2217340" y="4597707"/>
                <a:ext cx="1151809" cy="381144"/>
              </a:xfrm>
              <a:prstGeom prst="line">
                <a:avLst/>
              </a:prstGeom>
              <a:ln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75" name="图示 74">
              <a:extLst>
                <a:ext uri="{FF2B5EF4-FFF2-40B4-BE49-F238E27FC236}">
                  <a16:creationId xmlns:a16="http://schemas.microsoft.com/office/drawing/2014/main" id="{D791C391-C74D-5B79-8519-F4508C4B374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89869754"/>
                </p:ext>
              </p:extLst>
            </p:nvPr>
          </p:nvGraphicFramePr>
          <p:xfrm>
            <a:off x="3955674" y="3985674"/>
            <a:ext cx="2767584" cy="264566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7" r:lo="rId38" r:qs="rId39" r:cs="rId40"/>
            </a:graphicData>
          </a:graphic>
        </p:graphicFrame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64A1E148-3CFA-F845-18CE-3AF0C1E4083E}"/>
                </a:ext>
              </a:extLst>
            </p:cNvPr>
            <p:cNvGrpSpPr/>
            <p:nvPr/>
          </p:nvGrpSpPr>
          <p:grpSpPr>
            <a:xfrm>
              <a:off x="4392903" y="3470578"/>
              <a:ext cx="913236" cy="1608468"/>
              <a:chOff x="2278486" y="3183744"/>
              <a:chExt cx="913236" cy="1608468"/>
            </a:xfrm>
          </p:grpSpPr>
          <p:sp>
            <p:nvSpPr>
              <p:cNvPr id="77" name="菱形 76">
                <a:extLst>
                  <a:ext uri="{FF2B5EF4-FFF2-40B4-BE49-F238E27FC236}">
                    <a16:creationId xmlns:a16="http://schemas.microsoft.com/office/drawing/2014/main" id="{F10E85BC-235A-7A2A-FF63-6D7AA07B1CBF}"/>
                  </a:ext>
                </a:extLst>
              </p:cNvPr>
              <p:cNvSpPr/>
              <p:nvPr/>
            </p:nvSpPr>
            <p:spPr>
              <a:xfrm>
                <a:off x="2278486" y="3763309"/>
                <a:ext cx="726279" cy="726279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EA72C568-49A2-6925-EA7E-83F9E61A1159}"/>
                  </a:ext>
                </a:extLst>
              </p:cNvPr>
              <p:cNvSpPr txBox="1"/>
              <p:nvPr/>
            </p:nvSpPr>
            <p:spPr>
              <a:xfrm>
                <a:off x="2339299" y="3955233"/>
                <a:ext cx="8524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bg1"/>
                    </a:solidFill>
                  </a:rPr>
                  <a:t>attend</a:t>
                </a:r>
                <a:endParaRPr kumimoji="1" lang="zh-CN" altLang="en-US" sz="12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79" name="直线箭头连接符 78">
                <a:extLst>
                  <a:ext uri="{FF2B5EF4-FFF2-40B4-BE49-F238E27FC236}">
                    <a16:creationId xmlns:a16="http://schemas.microsoft.com/office/drawing/2014/main" id="{08357F90-EEFE-DA9B-F4EF-EC0DE444A5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35439" y="3183744"/>
                <a:ext cx="130072" cy="601400"/>
              </a:xfrm>
              <a:prstGeom prst="straightConnector1">
                <a:avLst/>
              </a:prstGeom>
              <a:ln>
                <a:headEnd w="lg" len="lg"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线连接符 79">
                <a:extLst>
                  <a:ext uri="{FF2B5EF4-FFF2-40B4-BE49-F238E27FC236}">
                    <a16:creationId xmlns:a16="http://schemas.microsoft.com/office/drawing/2014/main" id="{C3B796DC-1A35-214B-5ACF-2F6087FE1905}"/>
                  </a:ext>
                </a:extLst>
              </p:cNvPr>
              <p:cNvCxnSpPr>
                <a:cxnSpLocks/>
                <a:stCxn id="77" idx="2"/>
              </p:cNvCxnSpPr>
              <p:nvPr/>
            </p:nvCxnSpPr>
            <p:spPr>
              <a:xfrm flipH="1">
                <a:off x="2498356" y="4489588"/>
                <a:ext cx="143270" cy="302624"/>
              </a:xfrm>
              <a:prstGeom prst="line">
                <a:avLst/>
              </a:prstGeom>
              <a:ln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4FE4F148-CC66-63E8-FAAD-F29427079CE5}"/>
                </a:ext>
              </a:extLst>
            </p:cNvPr>
            <p:cNvGrpSpPr/>
            <p:nvPr/>
          </p:nvGrpSpPr>
          <p:grpSpPr>
            <a:xfrm>
              <a:off x="1962913" y="2405690"/>
              <a:ext cx="2596469" cy="784972"/>
              <a:chOff x="1226084" y="3871428"/>
              <a:chExt cx="2596469" cy="784972"/>
            </a:xfrm>
          </p:grpSpPr>
          <p:sp>
            <p:nvSpPr>
              <p:cNvPr id="87" name="菱形 86">
                <a:extLst>
                  <a:ext uri="{FF2B5EF4-FFF2-40B4-BE49-F238E27FC236}">
                    <a16:creationId xmlns:a16="http://schemas.microsoft.com/office/drawing/2014/main" id="{C5F2D19F-FC89-6C5F-6431-E522AD99FFAE}"/>
                  </a:ext>
                </a:extLst>
              </p:cNvPr>
              <p:cNvSpPr/>
              <p:nvPr/>
            </p:nvSpPr>
            <p:spPr>
              <a:xfrm>
                <a:off x="1854200" y="3871428"/>
                <a:ext cx="726279" cy="726279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CB0BFBBC-D4F2-2573-A2B3-76EE9BFFB719}"/>
                  </a:ext>
                </a:extLst>
              </p:cNvPr>
              <p:cNvSpPr txBox="1"/>
              <p:nvPr/>
            </p:nvSpPr>
            <p:spPr>
              <a:xfrm>
                <a:off x="1913088" y="4078793"/>
                <a:ext cx="8524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bg1"/>
                    </a:solidFill>
                  </a:rPr>
                  <a:t>present</a:t>
                </a:r>
                <a:endParaRPr kumimoji="1" lang="zh-CN" altLang="en-US" sz="12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89" name="直线箭头连接符 88">
                <a:extLst>
                  <a:ext uri="{FF2B5EF4-FFF2-40B4-BE49-F238E27FC236}">
                    <a16:creationId xmlns:a16="http://schemas.microsoft.com/office/drawing/2014/main" id="{CEE0482F-5A31-EC78-040B-3AA1A5CAE90F}"/>
                  </a:ext>
                </a:extLst>
              </p:cNvPr>
              <p:cNvCxnSpPr>
                <a:cxnSpLocks/>
                <a:stCxn id="87" idx="0"/>
              </p:cNvCxnSpPr>
              <p:nvPr/>
            </p:nvCxnSpPr>
            <p:spPr>
              <a:xfrm flipH="1">
                <a:off x="1226084" y="3871428"/>
                <a:ext cx="991256" cy="95483"/>
              </a:xfrm>
              <a:prstGeom prst="straightConnector1">
                <a:avLst/>
              </a:prstGeom>
              <a:ln>
                <a:headEnd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线连接符 89">
                <a:extLst>
                  <a:ext uri="{FF2B5EF4-FFF2-40B4-BE49-F238E27FC236}">
                    <a16:creationId xmlns:a16="http://schemas.microsoft.com/office/drawing/2014/main" id="{F3A378EC-2F80-388E-C06B-E550F8B29390}"/>
                  </a:ext>
                </a:extLst>
              </p:cNvPr>
              <p:cNvCxnSpPr>
                <a:cxnSpLocks/>
                <a:stCxn id="87" idx="2"/>
              </p:cNvCxnSpPr>
              <p:nvPr/>
            </p:nvCxnSpPr>
            <p:spPr>
              <a:xfrm>
                <a:off x="2217340" y="4597707"/>
                <a:ext cx="1605213" cy="58693"/>
              </a:xfrm>
              <a:prstGeom prst="line">
                <a:avLst/>
              </a:prstGeom>
              <a:ln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90176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D2A6226-0B8F-33D5-97C6-B15F8E4ABC78}"/>
              </a:ext>
            </a:extLst>
          </p:cNvPr>
          <p:cNvSpPr txBox="1"/>
          <p:nvPr/>
        </p:nvSpPr>
        <p:spPr>
          <a:xfrm>
            <a:off x="11082528" y="0"/>
            <a:ext cx="1109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b="1" dirty="0"/>
              <a:t>Q2</a:t>
            </a:r>
            <a:endParaRPr kumimoji="1" lang="zh-CN" altLang="en-US" sz="5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2EDA46-D82F-C794-BE11-9522C71D73DE}"/>
              </a:ext>
            </a:extLst>
          </p:cNvPr>
          <p:cNvSpPr txBox="1"/>
          <p:nvPr/>
        </p:nvSpPr>
        <p:spPr>
          <a:xfrm>
            <a:off x="1426464" y="923330"/>
            <a:ext cx="107655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Schema: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Patient (’</a:t>
            </a:r>
            <a:r>
              <a:rPr kumimoji="1" lang="en-US" altLang="zh-CN" u="sng" dirty="0"/>
              <a:t>SIN</a:t>
            </a:r>
            <a:r>
              <a:rPr kumimoji="1" lang="en-US" altLang="zh-CN" dirty="0"/>
              <a:t>’, ‘first’, ‘last’, ‘birth’)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Exam (‘</a:t>
            </a:r>
            <a:r>
              <a:rPr kumimoji="1" lang="en-US" altLang="zh-CN" u="sng" dirty="0"/>
              <a:t>id</a:t>
            </a:r>
            <a:r>
              <a:rPr kumimoji="1" lang="en-US" altLang="zh-CN" dirty="0"/>
              <a:t>’, ‘date’, ‘time’)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Component (’</a:t>
            </a:r>
            <a:r>
              <a:rPr kumimoji="1" lang="en-US" altLang="zh-CN" u="sng" dirty="0"/>
              <a:t>SIN</a:t>
            </a:r>
            <a:r>
              <a:rPr kumimoji="1" lang="en-US" altLang="zh-CN" dirty="0"/>
              <a:t>’, ‘</a:t>
            </a:r>
            <a:r>
              <a:rPr kumimoji="1" lang="en-US" altLang="zh-CN" u="sng" dirty="0"/>
              <a:t>id</a:t>
            </a:r>
            <a:r>
              <a:rPr kumimoji="1" lang="en-US" altLang="zh-CN" dirty="0"/>
              <a:t>’, ‘dosage’)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Medicine (</a:t>
            </a:r>
            <a:r>
              <a:rPr kumimoji="1" lang="en-US" altLang="zh-CN" u="sng" dirty="0"/>
              <a:t>’</a:t>
            </a:r>
            <a:r>
              <a:rPr kumimoji="1" lang="en-US" altLang="zh-CN" u="sng" dirty="0" err="1"/>
              <a:t>m_id</a:t>
            </a:r>
            <a:r>
              <a:rPr kumimoji="1" lang="en-US" altLang="zh-CN" dirty="0"/>
              <a:t>’, ‘cost’, ‘</a:t>
            </a:r>
            <a:r>
              <a:rPr kumimoji="1" lang="en-US" altLang="zh-CN" dirty="0" err="1"/>
              <a:t>m_name</a:t>
            </a:r>
            <a:r>
              <a:rPr kumimoji="1" lang="en-US" altLang="zh-CN" dirty="0"/>
              <a:t>’)</a:t>
            </a:r>
          </a:p>
          <a:p>
            <a:pPr marL="342900" indent="-342900">
              <a:buFont typeface="+mj-lt"/>
              <a:buAutoNum type="arabicPeriod"/>
            </a:pPr>
            <a:r>
              <a:rPr lang="en-CA" altLang="en-US" dirty="0"/>
              <a:t>Admission information (‘</a:t>
            </a:r>
            <a:r>
              <a:rPr lang="en-CA" altLang="en-US" u="sng" dirty="0" err="1"/>
              <a:t>a_id</a:t>
            </a:r>
            <a:r>
              <a:rPr lang="en-CA" altLang="en-US" dirty="0"/>
              <a:t>‘, ‘contact number’, ‘</a:t>
            </a:r>
            <a:r>
              <a:rPr lang="en-CA" altLang="en-US" dirty="0" err="1"/>
              <a:t>a_date</a:t>
            </a:r>
            <a:r>
              <a:rPr lang="en-CA" altLang="en-US" dirty="0"/>
              <a:t>’, ‘</a:t>
            </a:r>
            <a:r>
              <a:rPr lang="en-CA" altLang="en-US" dirty="0" err="1"/>
              <a:t>d_date</a:t>
            </a:r>
            <a:r>
              <a:rPr lang="en-CA" altLang="en-US" dirty="0"/>
              <a:t>’, ‘</a:t>
            </a:r>
            <a:r>
              <a:rPr lang="en-CA" altLang="en-US" dirty="0" err="1"/>
              <a:t>d_reason</a:t>
            </a:r>
            <a:r>
              <a:rPr lang="en-CA" altLang="en-US" dirty="0"/>
              <a:t>’)</a:t>
            </a:r>
          </a:p>
          <a:p>
            <a:pPr marL="342900" indent="-342900">
              <a:buFont typeface="+mj-lt"/>
              <a:buAutoNum type="arabicPeriod"/>
            </a:pPr>
            <a:r>
              <a:rPr lang="en-CA" altLang="zh-CN" dirty="0"/>
              <a:t>Doctor (‘</a:t>
            </a:r>
            <a:r>
              <a:rPr lang="en-CA" altLang="zh-CN" u="sng" dirty="0" err="1"/>
              <a:t>reg_number</a:t>
            </a:r>
            <a:r>
              <a:rPr lang="en-CA" altLang="zh-CN" dirty="0"/>
              <a:t>’, ‘special’, ‘</a:t>
            </a:r>
            <a:r>
              <a:rPr lang="en-CA" altLang="zh-CN" dirty="0" err="1"/>
              <a:t>last_d</a:t>
            </a:r>
            <a:r>
              <a:rPr lang="en-CA" altLang="zh-CN" dirty="0"/>
              <a:t>’, ‘</a:t>
            </a:r>
            <a:r>
              <a:rPr lang="en-CA" altLang="zh-CN" dirty="0" err="1"/>
              <a:t>first_d</a:t>
            </a:r>
            <a:r>
              <a:rPr lang="en-CA" altLang="zh-CN" dirty="0"/>
              <a:t>’)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University (‘</a:t>
            </a:r>
            <a:r>
              <a:rPr lang="en-US" altLang="zh-CN" u="sng" dirty="0"/>
              <a:t>name</a:t>
            </a:r>
            <a:r>
              <a:rPr lang="en-US" altLang="zh-CN" dirty="0"/>
              <a:t>’, ‘</a:t>
            </a:r>
            <a:r>
              <a:rPr lang="en-US" altLang="zh-CN" dirty="0" err="1"/>
              <a:t>at_date</a:t>
            </a:r>
            <a:r>
              <a:rPr lang="en-US" altLang="zh-CN" dirty="0"/>
              <a:t>’, ‘</a:t>
            </a:r>
            <a:r>
              <a:rPr lang="en-US" altLang="zh-CN" dirty="0" err="1"/>
              <a:t>g_date</a:t>
            </a:r>
            <a:r>
              <a:rPr lang="en-US" altLang="zh-CN" dirty="0"/>
              <a:t>’)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Illness (‘</a:t>
            </a:r>
            <a:r>
              <a:rPr lang="en-US" altLang="zh-CN" u="sng" dirty="0"/>
              <a:t>code</a:t>
            </a:r>
            <a:r>
              <a:rPr lang="en-US" altLang="zh-CN" dirty="0"/>
              <a:t>’, ‘</a:t>
            </a:r>
            <a:r>
              <a:rPr lang="en-US" altLang="zh-CN" dirty="0" err="1"/>
              <a:t>i_name</a:t>
            </a:r>
            <a:r>
              <a:rPr lang="en-US" altLang="zh-CN" dirty="0"/>
              <a:t>’, ‘description’)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Has (‘</a:t>
            </a:r>
            <a:r>
              <a:rPr lang="en-US" altLang="zh-CN" u="sng" dirty="0"/>
              <a:t>SIN</a:t>
            </a:r>
            <a:r>
              <a:rPr lang="en-US" altLang="zh-CN" dirty="0"/>
              <a:t>’, ‘</a:t>
            </a:r>
            <a:r>
              <a:rPr lang="en-US" altLang="zh-CN" dirty="0" err="1"/>
              <a:t>a_id</a:t>
            </a:r>
            <a:r>
              <a:rPr lang="en-US" altLang="zh-CN" dirty="0"/>
              <a:t>’)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Go (‘</a:t>
            </a:r>
            <a:r>
              <a:rPr lang="en-US" altLang="zh-CN" u="sng" dirty="0"/>
              <a:t>SIN</a:t>
            </a:r>
            <a:r>
              <a:rPr lang="en-US" altLang="zh-CN" dirty="0"/>
              <a:t>’, ‘id’)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Need (‘</a:t>
            </a:r>
            <a:r>
              <a:rPr lang="en-US" altLang="zh-CN" u="sng" dirty="0"/>
              <a:t>SIN</a:t>
            </a:r>
            <a:r>
              <a:rPr lang="en-US" altLang="zh-CN" dirty="0"/>
              <a:t>’, ‘</a:t>
            </a:r>
            <a:r>
              <a:rPr lang="en-US" altLang="zh-CN" u="sng" dirty="0"/>
              <a:t>id</a:t>
            </a:r>
            <a:r>
              <a:rPr lang="en-US" altLang="zh-CN" dirty="0"/>
              <a:t>’, ‘dosage’)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Prescribe (‘</a:t>
            </a:r>
            <a:r>
              <a:rPr lang="en-US" altLang="zh-CN" u="sng" dirty="0"/>
              <a:t>id</a:t>
            </a:r>
            <a:r>
              <a:rPr lang="en-US" altLang="zh-CN" dirty="0"/>
              <a:t>’, </a:t>
            </a:r>
            <a:r>
              <a:rPr lang="en-US" altLang="zh-CN" u="sng" dirty="0"/>
              <a:t>‘dosage</a:t>
            </a:r>
            <a:r>
              <a:rPr lang="en-US" altLang="zh-CN" dirty="0"/>
              <a:t>’, ‘</a:t>
            </a:r>
            <a:r>
              <a:rPr lang="en-US" altLang="zh-CN" u="sng" dirty="0" err="1"/>
              <a:t>m_id</a:t>
            </a:r>
            <a:r>
              <a:rPr lang="en-US" altLang="zh-CN" dirty="0"/>
              <a:t>’)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Diagonalize (‘</a:t>
            </a:r>
            <a:r>
              <a:rPr lang="en-US" altLang="zh-CN" u="sng" dirty="0"/>
              <a:t>id</a:t>
            </a:r>
            <a:r>
              <a:rPr lang="en-US" altLang="zh-CN" dirty="0"/>
              <a:t>’, ‘code’)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Present (‘</a:t>
            </a:r>
            <a:r>
              <a:rPr lang="en-US" altLang="zh-CN" u="sng" dirty="0" err="1"/>
              <a:t>reg_num</a:t>
            </a:r>
            <a:r>
              <a:rPr lang="en-US" altLang="zh-CN" dirty="0"/>
              <a:t>’, ‘id’)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Charge (‘</a:t>
            </a:r>
            <a:r>
              <a:rPr lang="en-US" altLang="zh-CN" u="sng" dirty="0" err="1"/>
              <a:t>reg_num</a:t>
            </a:r>
            <a:r>
              <a:rPr lang="en-US" altLang="zh-CN" dirty="0"/>
              <a:t>‘, ‘</a:t>
            </a:r>
            <a:r>
              <a:rPr lang="en-US" altLang="zh-CN" dirty="0" err="1"/>
              <a:t>a_id</a:t>
            </a:r>
            <a:r>
              <a:rPr lang="en-US" altLang="zh-CN" dirty="0"/>
              <a:t>‘)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Attend (‘</a:t>
            </a:r>
            <a:r>
              <a:rPr lang="en-US" altLang="zh-CN" u="sng" dirty="0" err="1"/>
              <a:t>reg_num</a:t>
            </a:r>
            <a:r>
              <a:rPr lang="en-US" altLang="zh-CN" dirty="0"/>
              <a:t>’, ‘name’)</a:t>
            </a:r>
          </a:p>
          <a:p>
            <a:pPr marL="342900" indent="-342900">
              <a:buFont typeface="+mj-lt"/>
              <a:buAutoNum type="arabicPeriod"/>
            </a:pP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88679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501C985-88FF-2948-60D1-EAE9E17D2EC8}"/>
              </a:ext>
            </a:extLst>
          </p:cNvPr>
          <p:cNvSpPr txBox="1"/>
          <p:nvPr/>
        </p:nvSpPr>
        <p:spPr>
          <a:xfrm>
            <a:off x="11082528" y="0"/>
            <a:ext cx="1109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b="1" dirty="0"/>
              <a:t>Q3</a:t>
            </a:r>
            <a:endParaRPr kumimoji="1" lang="zh-CN" altLang="en-US" sz="5400" b="1" dirty="0"/>
          </a:p>
        </p:txBody>
      </p: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30EB746C-F395-85B8-FC3C-24C4EE8F66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7647186"/>
              </p:ext>
            </p:extLst>
          </p:nvPr>
        </p:nvGraphicFramePr>
        <p:xfrm>
          <a:off x="219263" y="0"/>
          <a:ext cx="2767584" cy="2645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674D9CB4-6453-21E9-5568-9846C91AED22}"/>
              </a:ext>
            </a:extLst>
          </p:cNvPr>
          <p:cNvGrpSpPr/>
          <p:nvPr/>
        </p:nvGrpSpPr>
        <p:grpSpPr>
          <a:xfrm>
            <a:off x="1321992" y="1480341"/>
            <a:ext cx="1422977" cy="1428633"/>
            <a:chOff x="1403095" y="3013678"/>
            <a:chExt cx="1422977" cy="1428633"/>
          </a:xfrm>
        </p:grpSpPr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D6150795-A19B-9B35-2BA2-22BD0D8A0F29}"/>
                </a:ext>
              </a:extLst>
            </p:cNvPr>
            <p:cNvSpPr/>
            <p:nvPr/>
          </p:nvSpPr>
          <p:spPr>
            <a:xfrm>
              <a:off x="1403095" y="3459673"/>
              <a:ext cx="1043255" cy="719328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pre</a:t>
              </a:r>
              <a:endParaRPr kumimoji="1"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AB2C401-87FB-CE9F-9C45-C52DAB3B228B}"/>
                </a:ext>
              </a:extLst>
            </p:cNvPr>
            <p:cNvSpPr txBox="1"/>
            <p:nvPr/>
          </p:nvSpPr>
          <p:spPr>
            <a:xfrm>
              <a:off x="1973649" y="4165312"/>
              <a:ext cx="8524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>
                  <a:solidFill>
                    <a:schemeClr val="bg1"/>
                  </a:solidFill>
                </a:rPr>
                <a:t>perform</a:t>
              </a:r>
              <a:endParaRPr kumimoji="1" lang="zh-CN" altLang="en-US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直线箭头连接符 8">
              <a:extLst>
                <a:ext uri="{FF2B5EF4-FFF2-40B4-BE49-F238E27FC236}">
                  <a16:creationId xmlns:a16="http://schemas.microsoft.com/office/drawing/2014/main" id="{3B5E9316-77D7-629C-077A-5B5124D26405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 flipV="1">
              <a:off x="1973649" y="3013678"/>
              <a:ext cx="472701" cy="805659"/>
            </a:xfrm>
            <a:prstGeom prst="straightConnector1">
              <a:avLst/>
            </a:prstGeom>
            <a:ln>
              <a:headEnd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54C103A2-A3A3-DFF4-3B5B-34B80A9ED473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V="1">
              <a:off x="1403095" y="3013678"/>
              <a:ext cx="433656" cy="80565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E620140-594A-685F-E5BD-3EFE7E339284}"/>
              </a:ext>
            </a:extLst>
          </p:cNvPr>
          <p:cNvGrpSpPr/>
          <p:nvPr/>
        </p:nvGrpSpPr>
        <p:grpSpPr>
          <a:xfrm>
            <a:off x="2184951" y="834165"/>
            <a:ext cx="2225392" cy="646176"/>
            <a:chOff x="1147238" y="3780330"/>
            <a:chExt cx="2225392" cy="646176"/>
          </a:xfrm>
        </p:grpSpPr>
        <p:sp>
          <p:nvSpPr>
            <p:cNvPr id="25" name="菱形 24">
              <a:extLst>
                <a:ext uri="{FF2B5EF4-FFF2-40B4-BE49-F238E27FC236}">
                  <a16:creationId xmlns:a16="http://schemas.microsoft.com/office/drawing/2014/main" id="{2D1A565E-1085-6F98-2C24-BFE514C4EA6B}"/>
                </a:ext>
              </a:extLst>
            </p:cNvPr>
            <p:cNvSpPr/>
            <p:nvPr/>
          </p:nvSpPr>
          <p:spPr>
            <a:xfrm>
              <a:off x="1707257" y="3780330"/>
              <a:ext cx="1256414" cy="646176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has</a:t>
              </a:r>
              <a:endParaRPr kumimoji="1" lang="zh-CN" altLang="en-US" dirty="0"/>
            </a:p>
          </p:txBody>
        </p:sp>
        <p:cxnSp>
          <p:nvCxnSpPr>
            <p:cNvPr id="27" name="直线箭头连接符 26">
              <a:extLst>
                <a:ext uri="{FF2B5EF4-FFF2-40B4-BE49-F238E27FC236}">
                  <a16:creationId xmlns:a16="http://schemas.microsoft.com/office/drawing/2014/main" id="{CF340682-FEB5-0240-F911-DDE3E1974DDF}"/>
                </a:ext>
              </a:extLst>
            </p:cNvPr>
            <p:cNvCxnSpPr>
              <a:cxnSpLocks/>
              <a:stCxn id="25" idx="1"/>
            </p:cNvCxnSpPr>
            <p:nvPr/>
          </p:nvCxnSpPr>
          <p:spPr>
            <a:xfrm flipH="1">
              <a:off x="1147238" y="4103418"/>
              <a:ext cx="560019" cy="17212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17B02565-7BED-02A3-1B20-2427A99C5635}"/>
                </a:ext>
              </a:extLst>
            </p:cNvPr>
            <p:cNvCxnSpPr>
              <a:cxnSpLocks/>
              <a:stCxn id="25" idx="3"/>
            </p:cNvCxnSpPr>
            <p:nvPr/>
          </p:nvCxnSpPr>
          <p:spPr>
            <a:xfrm>
              <a:off x="2963671" y="4103418"/>
              <a:ext cx="408959" cy="112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3" name="图示 42">
            <a:extLst>
              <a:ext uri="{FF2B5EF4-FFF2-40B4-BE49-F238E27FC236}">
                <a16:creationId xmlns:a16="http://schemas.microsoft.com/office/drawing/2014/main" id="{B2FB0668-5A01-A71D-B27F-146CEE8A7C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7876812"/>
              </p:ext>
            </p:extLst>
          </p:nvPr>
        </p:nvGraphicFramePr>
        <p:xfrm>
          <a:off x="3517957" y="0"/>
          <a:ext cx="2767584" cy="2908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44" name="组合 43">
            <a:extLst>
              <a:ext uri="{FF2B5EF4-FFF2-40B4-BE49-F238E27FC236}">
                <a16:creationId xmlns:a16="http://schemas.microsoft.com/office/drawing/2014/main" id="{452CE056-85CC-ED2B-DE01-6B31AE916A06}"/>
              </a:ext>
            </a:extLst>
          </p:cNvPr>
          <p:cNvGrpSpPr/>
          <p:nvPr/>
        </p:nvGrpSpPr>
        <p:grpSpPr>
          <a:xfrm>
            <a:off x="3737977" y="1516712"/>
            <a:ext cx="1575162" cy="2432315"/>
            <a:chOff x="1989630" y="2570632"/>
            <a:chExt cx="1575162" cy="2432315"/>
          </a:xfrm>
        </p:grpSpPr>
        <p:sp>
          <p:nvSpPr>
            <p:cNvPr id="45" name="菱形 44">
              <a:extLst>
                <a:ext uri="{FF2B5EF4-FFF2-40B4-BE49-F238E27FC236}">
                  <a16:creationId xmlns:a16="http://schemas.microsoft.com/office/drawing/2014/main" id="{3AA947D3-29E7-6510-2CBF-3BBA9A04392B}"/>
                </a:ext>
              </a:extLst>
            </p:cNvPr>
            <p:cNvSpPr/>
            <p:nvPr/>
          </p:nvSpPr>
          <p:spPr>
            <a:xfrm>
              <a:off x="1989630" y="3718034"/>
              <a:ext cx="1575162" cy="665877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teaches</a:t>
              </a:r>
              <a:endParaRPr kumimoji="1" lang="zh-CN" altLang="en-US" dirty="0"/>
            </a:p>
          </p:txBody>
        </p:sp>
        <p:cxnSp>
          <p:nvCxnSpPr>
            <p:cNvPr id="47" name="直线箭头连接符 46">
              <a:extLst>
                <a:ext uri="{FF2B5EF4-FFF2-40B4-BE49-F238E27FC236}">
                  <a16:creationId xmlns:a16="http://schemas.microsoft.com/office/drawing/2014/main" id="{D2A41498-39FB-3FB1-9771-E7F9D70CB7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77211" y="2570632"/>
              <a:ext cx="0" cy="1158403"/>
            </a:xfrm>
            <a:prstGeom prst="straightConnector1">
              <a:avLst/>
            </a:prstGeom>
            <a:ln>
              <a:headEnd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4F6A139E-2BDB-F7EF-5DCE-A9F11FF126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77211" y="4378084"/>
              <a:ext cx="9951" cy="6248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5" name="图示 54">
            <a:extLst>
              <a:ext uri="{FF2B5EF4-FFF2-40B4-BE49-F238E27FC236}">
                <a16:creationId xmlns:a16="http://schemas.microsoft.com/office/drawing/2014/main" id="{362B95D5-D963-89DD-F046-DD3FADD570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7006189"/>
              </p:ext>
            </p:extLst>
          </p:nvPr>
        </p:nvGraphicFramePr>
        <p:xfrm>
          <a:off x="3359919" y="2997052"/>
          <a:ext cx="2331278" cy="1908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pSp>
        <p:nvGrpSpPr>
          <p:cNvPr id="56" name="组合 55">
            <a:extLst>
              <a:ext uri="{FF2B5EF4-FFF2-40B4-BE49-F238E27FC236}">
                <a16:creationId xmlns:a16="http://schemas.microsoft.com/office/drawing/2014/main" id="{BA0B35E0-6F4E-516D-2B67-BE3A9EDA5895}"/>
              </a:ext>
            </a:extLst>
          </p:cNvPr>
          <p:cNvGrpSpPr/>
          <p:nvPr/>
        </p:nvGrpSpPr>
        <p:grpSpPr>
          <a:xfrm>
            <a:off x="1989529" y="1516712"/>
            <a:ext cx="2420814" cy="2447467"/>
            <a:chOff x="1989630" y="2555480"/>
            <a:chExt cx="2420814" cy="2447467"/>
          </a:xfrm>
        </p:grpSpPr>
        <p:sp>
          <p:nvSpPr>
            <p:cNvPr id="57" name="菱形 56">
              <a:extLst>
                <a:ext uri="{FF2B5EF4-FFF2-40B4-BE49-F238E27FC236}">
                  <a16:creationId xmlns:a16="http://schemas.microsoft.com/office/drawing/2014/main" id="{AB4343D5-F450-0C62-75B9-D704F7256166}"/>
                </a:ext>
              </a:extLst>
            </p:cNvPr>
            <p:cNvSpPr/>
            <p:nvPr/>
          </p:nvSpPr>
          <p:spPr>
            <a:xfrm>
              <a:off x="1989630" y="3718034"/>
              <a:ext cx="1575162" cy="665877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enrolls</a:t>
              </a:r>
              <a:endParaRPr kumimoji="1" lang="zh-CN" altLang="en-US" dirty="0"/>
            </a:p>
          </p:txBody>
        </p:sp>
        <p:cxnSp>
          <p:nvCxnSpPr>
            <p:cNvPr id="58" name="直线箭头连接符 57">
              <a:extLst>
                <a:ext uri="{FF2B5EF4-FFF2-40B4-BE49-F238E27FC236}">
                  <a16:creationId xmlns:a16="http://schemas.microsoft.com/office/drawing/2014/main" id="{82F83E7E-CF8A-1519-0A8F-BC4D45E061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77211" y="2555480"/>
              <a:ext cx="1633233" cy="1173555"/>
            </a:xfrm>
            <a:prstGeom prst="straightConnector1">
              <a:avLst/>
            </a:prstGeom>
            <a:ln>
              <a:headEnd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线连接符 58">
              <a:extLst>
                <a:ext uri="{FF2B5EF4-FFF2-40B4-BE49-F238E27FC236}">
                  <a16:creationId xmlns:a16="http://schemas.microsoft.com/office/drawing/2014/main" id="{45B1126E-1DCF-1802-7376-0C55665C9E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77211" y="4378084"/>
              <a:ext cx="9951" cy="6248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1" name="图示 60">
            <a:extLst>
              <a:ext uri="{FF2B5EF4-FFF2-40B4-BE49-F238E27FC236}">
                <a16:creationId xmlns:a16="http://schemas.microsoft.com/office/drawing/2014/main" id="{15C6E796-13C0-88E0-0158-09550BCB3F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1951359"/>
              </p:ext>
            </p:extLst>
          </p:nvPr>
        </p:nvGraphicFramePr>
        <p:xfrm>
          <a:off x="1185602" y="3303837"/>
          <a:ext cx="2767584" cy="1908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pSp>
        <p:nvGrpSpPr>
          <p:cNvPr id="62" name="组合 61">
            <a:extLst>
              <a:ext uri="{FF2B5EF4-FFF2-40B4-BE49-F238E27FC236}">
                <a16:creationId xmlns:a16="http://schemas.microsoft.com/office/drawing/2014/main" id="{9863B21B-6D00-6D10-0736-F533F7DF0ED7}"/>
              </a:ext>
            </a:extLst>
          </p:cNvPr>
          <p:cNvGrpSpPr/>
          <p:nvPr/>
        </p:nvGrpSpPr>
        <p:grpSpPr>
          <a:xfrm>
            <a:off x="3169920" y="4471980"/>
            <a:ext cx="1836965" cy="1389776"/>
            <a:chOff x="1727827" y="3139392"/>
            <a:chExt cx="1836965" cy="1389776"/>
          </a:xfrm>
        </p:grpSpPr>
        <p:sp>
          <p:nvSpPr>
            <p:cNvPr id="63" name="菱形 62">
              <a:extLst>
                <a:ext uri="{FF2B5EF4-FFF2-40B4-BE49-F238E27FC236}">
                  <a16:creationId xmlns:a16="http://schemas.microsoft.com/office/drawing/2014/main" id="{0F6CE101-5668-1A8F-3D3F-6FAA21463861}"/>
                </a:ext>
              </a:extLst>
            </p:cNvPr>
            <p:cNvSpPr/>
            <p:nvPr/>
          </p:nvSpPr>
          <p:spPr>
            <a:xfrm>
              <a:off x="1989630" y="3718034"/>
              <a:ext cx="1575162" cy="665877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get</a:t>
              </a:r>
              <a:endParaRPr kumimoji="1" lang="zh-CN" altLang="en-US" dirty="0"/>
            </a:p>
          </p:txBody>
        </p:sp>
        <p:cxnSp>
          <p:nvCxnSpPr>
            <p:cNvPr id="64" name="直线箭头连接符 63">
              <a:extLst>
                <a:ext uri="{FF2B5EF4-FFF2-40B4-BE49-F238E27FC236}">
                  <a16:creationId xmlns:a16="http://schemas.microsoft.com/office/drawing/2014/main" id="{20845A06-7977-B8E8-61EE-BA431B91B3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27827" y="3139392"/>
              <a:ext cx="1049384" cy="589643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线连接符 64">
              <a:extLst>
                <a:ext uri="{FF2B5EF4-FFF2-40B4-BE49-F238E27FC236}">
                  <a16:creationId xmlns:a16="http://schemas.microsoft.com/office/drawing/2014/main" id="{65B50B92-02A2-8F54-1220-B2C6E3E8ED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3753" y="4378084"/>
              <a:ext cx="933409" cy="1510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图示 67">
            <a:extLst>
              <a:ext uri="{FF2B5EF4-FFF2-40B4-BE49-F238E27FC236}">
                <a16:creationId xmlns:a16="http://schemas.microsoft.com/office/drawing/2014/main" id="{C7C36492-2FD6-7A1E-53C4-E1E663FF66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8732638"/>
              </p:ext>
            </p:extLst>
          </p:nvPr>
        </p:nvGraphicFramePr>
        <p:xfrm>
          <a:off x="1754967" y="5053670"/>
          <a:ext cx="2331278" cy="1908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sp>
        <p:nvSpPr>
          <p:cNvPr id="69" name="文本框 68">
            <a:extLst>
              <a:ext uri="{FF2B5EF4-FFF2-40B4-BE49-F238E27FC236}">
                <a16:creationId xmlns:a16="http://schemas.microsoft.com/office/drawing/2014/main" id="{D8296DA3-62BB-DB10-8154-F49DFE2D195D}"/>
              </a:ext>
            </a:extLst>
          </p:cNvPr>
          <p:cNvSpPr txBox="1"/>
          <p:nvPr/>
        </p:nvSpPr>
        <p:spPr>
          <a:xfrm>
            <a:off x="6584660" y="1516712"/>
            <a:ext cx="55800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Relationship: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Course – has – Course offering:</a:t>
            </a:r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dirty="0"/>
              <a:t>One – to – Many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Course – pre - Course:</a:t>
            </a:r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dirty="0"/>
              <a:t>Many – to - Many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Course offering – teaches - instructor: </a:t>
            </a:r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dirty="0"/>
              <a:t>Many – to – Many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Course offering – enrolls – student:</a:t>
            </a:r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dirty="0"/>
              <a:t>One – to – Many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 student – get – grades:</a:t>
            </a:r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dirty="0"/>
              <a:t>One – to – Many</a:t>
            </a:r>
          </a:p>
        </p:txBody>
      </p:sp>
    </p:spTree>
    <p:extLst>
      <p:ext uri="{BB962C8B-B14F-4D97-AF65-F5344CB8AC3E}">
        <p14:creationId xmlns:p14="http://schemas.microsoft.com/office/powerpoint/2010/main" val="3097890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159754E-0134-E631-203A-D4759DD9DFD4}"/>
              </a:ext>
            </a:extLst>
          </p:cNvPr>
          <p:cNvSpPr txBox="1"/>
          <p:nvPr/>
        </p:nvSpPr>
        <p:spPr>
          <a:xfrm>
            <a:off x="1853184" y="923330"/>
            <a:ext cx="905865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Schema: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Course (‘</a:t>
            </a:r>
            <a:r>
              <a:rPr kumimoji="1" lang="en-US" altLang="zh-CN" u="sng" dirty="0" err="1"/>
              <a:t>course_num</a:t>
            </a:r>
            <a:r>
              <a:rPr kumimoji="1" lang="en-US" altLang="zh-CN" dirty="0"/>
              <a:t>’, ‘title’, ‘syllabus’, ‘credits’)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Pre (‘</a:t>
            </a:r>
            <a:r>
              <a:rPr kumimoji="1" lang="en-US" altLang="zh-CN" u="sng" dirty="0"/>
              <a:t>course_num1</a:t>
            </a:r>
            <a:r>
              <a:rPr kumimoji="1" lang="en-US" altLang="zh-CN" dirty="0"/>
              <a:t>’, ‘</a:t>
            </a:r>
            <a:r>
              <a:rPr kumimoji="1" lang="en-US" altLang="zh-CN" u="sng" dirty="0"/>
              <a:t>course_num2</a:t>
            </a:r>
            <a:r>
              <a:rPr kumimoji="1" lang="en-US" altLang="zh-CN" dirty="0"/>
              <a:t>’)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Has (‘</a:t>
            </a:r>
            <a:r>
              <a:rPr kumimoji="1" lang="en-US" altLang="zh-CN" u="sng" dirty="0" err="1"/>
              <a:t>course_num</a:t>
            </a:r>
            <a:r>
              <a:rPr kumimoji="1" lang="en-US" altLang="zh-CN" dirty="0"/>
              <a:t>’, ‘</a:t>
            </a:r>
            <a:r>
              <a:rPr kumimoji="1" lang="en-US" altLang="zh-CN" dirty="0" err="1"/>
              <a:t>of_id</a:t>
            </a:r>
            <a:r>
              <a:rPr kumimoji="1" lang="en-US" altLang="zh-CN" dirty="0"/>
              <a:t>’)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Course offering (‘</a:t>
            </a:r>
            <a:r>
              <a:rPr kumimoji="1" lang="en-US" altLang="zh-CN" u="sng" dirty="0" err="1"/>
              <a:t>of_id</a:t>
            </a:r>
            <a:r>
              <a:rPr kumimoji="1" lang="en-US" altLang="zh-CN" dirty="0"/>
              <a:t>’, ‘year’, ‘classroom’, ‘</a:t>
            </a:r>
            <a:r>
              <a:rPr kumimoji="1" lang="en-US" altLang="zh-CN" dirty="0" err="1"/>
              <a:t>course_num</a:t>
            </a:r>
            <a:r>
              <a:rPr kumimoji="1" lang="en-US" altLang="zh-CN" dirty="0"/>
              <a:t>’, ‘</a:t>
            </a:r>
            <a:r>
              <a:rPr kumimoji="1" lang="en-US" altLang="zh-CN" dirty="0" err="1"/>
              <a:t>sec_num</a:t>
            </a:r>
            <a:r>
              <a:rPr kumimoji="1" lang="en-US" altLang="zh-CN" dirty="0"/>
              <a:t>’, ‘semester’, ‘timing’)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Teaches (‘</a:t>
            </a:r>
            <a:r>
              <a:rPr kumimoji="1" lang="en-US" altLang="zh-CN" u="sng" dirty="0" err="1"/>
              <a:t>of_id</a:t>
            </a:r>
            <a:r>
              <a:rPr kumimoji="1" lang="en-US" altLang="zh-CN" dirty="0"/>
              <a:t>’, </a:t>
            </a:r>
            <a:r>
              <a:rPr kumimoji="1" lang="en-US" altLang="zh-CN" u="sng" dirty="0"/>
              <a:t>‘id</a:t>
            </a:r>
            <a:r>
              <a:rPr kumimoji="1" lang="en-US" altLang="zh-CN" dirty="0"/>
              <a:t>’)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Instructor (‘</a:t>
            </a:r>
            <a:r>
              <a:rPr kumimoji="1" lang="en-US" altLang="zh-CN" u="sng" dirty="0"/>
              <a:t>id</a:t>
            </a:r>
            <a:r>
              <a:rPr kumimoji="1" lang="en-US" altLang="zh-CN" dirty="0"/>
              <a:t>’, ‘department’, ‘</a:t>
            </a:r>
            <a:r>
              <a:rPr kumimoji="1" lang="en-US" altLang="zh-CN" dirty="0" err="1"/>
              <a:t>i_title</a:t>
            </a:r>
            <a:r>
              <a:rPr kumimoji="1" lang="en-US" altLang="zh-CN" dirty="0"/>
              <a:t>’, ‘name’)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Enrolls (‘</a:t>
            </a:r>
            <a:r>
              <a:rPr kumimoji="1" lang="en-US" altLang="zh-CN" u="sng" dirty="0" err="1"/>
              <a:t>of_id</a:t>
            </a:r>
            <a:r>
              <a:rPr kumimoji="1" lang="en-US" altLang="zh-CN" dirty="0"/>
              <a:t>’, ‘</a:t>
            </a:r>
            <a:r>
              <a:rPr kumimoji="1" lang="en-US" altLang="zh-CN" u="sng" dirty="0" err="1"/>
              <a:t>stud_id</a:t>
            </a:r>
            <a:r>
              <a:rPr kumimoji="1" lang="en-US" altLang="zh-CN" dirty="0"/>
              <a:t>’)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student (‘</a:t>
            </a:r>
            <a:r>
              <a:rPr kumimoji="1" lang="en-US" altLang="zh-CN" u="sng" dirty="0" err="1"/>
              <a:t>stud_id</a:t>
            </a:r>
            <a:r>
              <a:rPr kumimoji="1" lang="en-US" altLang="zh-CN" dirty="0"/>
              <a:t>’, ‘</a:t>
            </a:r>
            <a:r>
              <a:rPr kumimoji="1" lang="en-US" altLang="zh-CN" dirty="0" err="1"/>
              <a:t>st_name</a:t>
            </a:r>
            <a:r>
              <a:rPr kumimoji="1" lang="en-US" altLang="zh-CN" dirty="0"/>
              <a:t>’, ‘program’)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Get (‘</a:t>
            </a:r>
            <a:r>
              <a:rPr kumimoji="1" lang="en-US" altLang="zh-CN" u="sng" dirty="0" err="1"/>
              <a:t>stud_id</a:t>
            </a:r>
            <a:r>
              <a:rPr kumimoji="1" lang="en-US" altLang="zh-CN" dirty="0"/>
              <a:t>’, ‘</a:t>
            </a:r>
            <a:r>
              <a:rPr kumimoji="1" lang="en-US" altLang="zh-CN" u="sng" dirty="0" err="1"/>
              <a:t>of_id</a:t>
            </a:r>
            <a:r>
              <a:rPr kumimoji="1" lang="en-US" altLang="zh-CN" dirty="0"/>
              <a:t>’, ‘grade’)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Grades (‘</a:t>
            </a:r>
            <a:r>
              <a:rPr kumimoji="1" lang="en-US" altLang="zh-CN" u="sng" dirty="0" err="1"/>
              <a:t>of_id</a:t>
            </a:r>
            <a:r>
              <a:rPr kumimoji="1" lang="en-US" altLang="zh-CN" dirty="0"/>
              <a:t>’, ‘grade’)</a:t>
            </a:r>
          </a:p>
          <a:p>
            <a:pPr marL="342900" indent="-342900">
              <a:buFont typeface="+mj-lt"/>
              <a:buAutoNum type="arabicPeriod"/>
            </a:pPr>
            <a:endParaRPr kumimoji="1" lang="en-US" altLang="zh-CN" dirty="0"/>
          </a:p>
          <a:p>
            <a:pPr marL="342900" indent="-342900">
              <a:buFont typeface="+mj-lt"/>
              <a:buAutoNum type="arabicPeriod"/>
            </a:pPr>
            <a:endParaRPr kumimoji="1"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B2BB3C-A6F0-AF86-AB6D-2978559A48E6}"/>
              </a:ext>
            </a:extLst>
          </p:cNvPr>
          <p:cNvSpPr txBox="1"/>
          <p:nvPr/>
        </p:nvSpPr>
        <p:spPr>
          <a:xfrm>
            <a:off x="11082528" y="0"/>
            <a:ext cx="1109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b="1" dirty="0"/>
              <a:t>Q3</a:t>
            </a:r>
            <a:endParaRPr kumimoji="1" lang="zh-CN" alt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185984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BEBA2A5-C083-E697-AD0B-65A3F5D2AB42}"/>
              </a:ext>
            </a:extLst>
          </p:cNvPr>
          <p:cNvSpPr txBox="1"/>
          <p:nvPr/>
        </p:nvSpPr>
        <p:spPr>
          <a:xfrm>
            <a:off x="11082528" y="0"/>
            <a:ext cx="1109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b="1" dirty="0"/>
              <a:t>Q4</a:t>
            </a:r>
            <a:endParaRPr kumimoji="1" lang="zh-CN" altLang="en-US" sz="54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EA9A635-7D97-C468-B604-7DBBB3FFD79A}"/>
              </a:ext>
            </a:extLst>
          </p:cNvPr>
          <p:cNvGrpSpPr/>
          <p:nvPr/>
        </p:nvGrpSpPr>
        <p:grpSpPr>
          <a:xfrm>
            <a:off x="0" y="12583"/>
            <a:ext cx="4943855" cy="1200329"/>
            <a:chOff x="0" y="12583"/>
            <a:chExt cx="4943855" cy="120032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8FC7DBA-B204-3695-F7B0-ACCEC5C9AB02}"/>
                </a:ext>
              </a:extLst>
            </p:cNvPr>
            <p:cNvSpPr txBox="1"/>
            <p:nvPr/>
          </p:nvSpPr>
          <p:spPr>
            <a:xfrm>
              <a:off x="0" y="12583"/>
              <a:ext cx="494385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1):</a:t>
              </a:r>
            </a:p>
            <a:p>
              <a:r>
                <a:rPr kumimoji="1" lang="en-US" altLang="zh-CN" dirty="0"/>
                <a:t>	A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-&gt; B =&gt; A -&gt; AB (Augmentation)</a:t>
              </a:r>
            </a:p>
            <a:p>
              <a:r>
                <a:rPr kumimoji="1" lang="en-US" altLang="zh-CN" dirty="0"/>
                <a:t>	A -&gt; C =&gt; AB -&gt; BC (Augmentation)</a:t>
              </a:r>
            </a:p>
            <a:p>
              <a:r>
                <a:rPr kumimoji="1" lang="en-US" altLang="zh-CN" dirty="0"/>
                <a:t>	A -&gt; BC (Transitivity)</a:t>
              </a:r>
            </a:p>
          </p:txBody>
        </p:sp>
        <p:sp>
          <p:nvSpPr>
            <p:cNvPr id="6" name="右大括号 5">
              <a:extLst>
                <a:ext uri="{FF2B5EF4-FFF2-40B4-BE49-F238E27FC236}">
                  <a16:creationId xmlns:a16="http://schemas.microsoft.com/office/drawing/2014/main" id="{96A93449-B515-9BD8-381D-B086BAD0BCC7}"/>
                </a:ext>
              </a:extLst>
            </p:cNvPr>
            <p:cNvSpPr/>
            <p:nvPr/>
          </p:nvSpPr>
          <p:spPr>
            <a:xfrm>
              <a:off x="4742688" y="366151"/>
              <a:ext cx="73152" cy="569762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7" name="右箭头 6">
              <a:extLst>
                <a:ext uri="{FF2B5EF4-FFF2-40B4-BE49-F238E27FC236}">
                  <a16:creationId xmlns:a16="http://schemas.microsoft.com/office/drawing/2014/main" id="{A5FC702D-ED95-88DD-3AAD-AD8E1E9D3BAD}"/>
                </a:ext>
              </a:extLst>
            </p:cNvPr>
            <p:cNvSpPr/>
            <p:nvPr/>
          </p:nvSpPr>
          <p:spPr>
            <a:xfrm>
              <a:off x="256654" y="881668"/>
              <a:ext cx="585216" cy="316991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9817AD4-7978-6BB3-3438-B21AF145A86B}"/>
              </a:ext>
            </a:extLst>
          </p:cNvPr>
          <p:cNvGrpSpPr/>
          <p:nvPr/>
        </p:nvGrpSpPr>
        <p:grpSpPr>
          <a:xfrm>
            <a:off x="300376" y="1513981"/>
            <a:ext cx="4943856" cy="2031325"/>
            <a:chOff x="-249936" y="1232513"/>
            <a:chExt cx="7583424" cy="203132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126C90-BFA8-EA07-E73C-15AE19B80494}"/>
                </a:ext>
              </a:extLst>
            </p:cNvPr>
            <p:cNvSpPr txBox="1"/>
            <p:nvPr/>
          </p:nvSpPr>
          <p:spPr>
            <a:xfrm>
              <a:off x="-249936" y="1232513"/>
              <a:ext cx="7583424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2):</a:t>
              </a:r>
            </a:p>
            <a:p>
              <a:r>
                <a:rPr kumimoji="1" lang="en-US" altLang="zh-CN" dirty="0"/>
                <a:t>	BC</a:t>
              </a:r>
              <a:r>
                <a:rPr kumimoji="1" lang="en-US" altLang="zh-CN" dirty="0">
                  <a:sym typeface="Wingdings" pitchFamily="2" charset="2"/>
                </a:rPr>
                <a:t> -&gt; B (Reflexivity)</a:t>
              </a:r>
            </a:p>
            <a:p>
              <a:r>
                <a:rPr kumimoji="1" lang="en-US" altLang="zh-CN" dirty="0">
                  <a:sym typeface="Wingdings" pitchFamily="2" charset="2"/>
                </a:rPr>
                <a:t>	BC -&gt; C (Reflexivity)</a:t>
              </a:r>
            </a:p>
            <a:p>
              <a:r>
                <a:rPr kumimoji="1" lang="en-US" altLang="zh-CN" dirty="0">
                  <a:sym typeface="Wingdings" pitchFamily="2" charset="2"/>
                </a:rPr>
                <a:t>	A -&gt; BC (Given)</a:t>
              </a:r>
            </a:p>
            <a:p>
              <a:endParaRPr kumimoji="1" lang="en-US" altLang="zh-CN" dirty="0">
                <a:sym typeface="Wingdings" pitchFamily="2" charset="2"/>
              </a:endParaRPr>
            </a:p>
            <a:p>
              <a:r>
                <a:rPr kumimoji="1" lang="en-US" altLang="zh-CN" dirty="0">
                  <a:sym typeface="Wingdings" pitchFamily="2" charset="2"/>
                </a:rPr>
                <a:t>	A -&gt; B (Transitivity)</a:t>
              </a:r>
            </a:p>
            <a:p>
              <a:r>
                <a:rPr kumimoji="1" lang="en-US" altLang="zh-CN" dirty="0">
                  <a:sym typeface="Wingdings" pitchFamily="2" charset="2"/>
                </a:rPr>
                <a:t>	A -&gt; C (Transitivity)</a:t>
              </a:r>
            </a:p>
          </p:txBody>
        </p:sp>
        <p:sp>
          <p:nvSpPr>
            <p:cNvPr id="9" name="右大括号 8">
              <a:extLst>
                <a:ext uri="{FF2B5EF4-FFF2-40B4-BE49-F238E27FC236}">
                  <a16:creationId xmlns:a16="http://schemas.microsoft.com/office/drawing/2014/main" id="{184E41D9-0689-6784-32E8-0D28560A8852}"/>
                </a:ext>
              </a:extLst>
            </p:cNvPr>
            <p:cNvSpPr/>
            <p:nvPr/>
          </p:nvSpPr>
          <p:spPr>
            <a:xfrm>
              <a:off x="4416067" y="1676400"/>
              <a:ext cx="231679" cy="569762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右箭头 9">
              <a:extLst>
                <a:ext uri="{FF2B5EF4-FFF2-40B4-BE49-F238E27FC236}">
                  <a16:creationId xmlns:a16="http://schemas.microsoft.com/office/drawing/2014/main" id="{F4D0BFCA-77FF-DC13-5E95-BC46B93374B0}"/>
                </a:ext>
              </a:extLst>
            </p:cNvPr>
            <p:cNvSpPr/>
            <p:nvPr/>
          </p:nvSpPr>
          <p:spPr>
            <a:xfrm>
              <a:off x="-243840" y="2722425"/>
              <a:ext cx="900923" cy="316991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1" name="左大括号 10">
              <a:extLst>
                <a:ext uri="{FF2B5EF4-FFF2-40B4-BE49-F238E27FC236}">
                  <a16:creationId xmlns:a16="http://schemas.microsoft.com/office/drawing/2014/main" id="{FCF8EC2F-A07D-C33F-B4F9-3AAF238F5742}"/>
                </a:ext>
              </a:extLst>
            </p:cNvPr>
            <p:cNvSpPr/>
            <p:nvPr/>
          </p:nvSpPr>
          <p:spPr>
            <a:xfrm>
              <a:off x="1088501" y="2744130"/>
              <a:ext cx="45720" cy="353568"/>
            </a:xfrm>
            <a:prstGeom prst="lef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8F7E13F-73BE-8FC1-94FE-FB11A29896BF}"/>
              </a:ext>
            </a:extLst>
          </p:cNvPr>
          <p:cNvGrpSpPr/>
          <p:nvPr/>
        </p:nvGrpSpPr>
        <p:grpSpPr>
          <a:xfrm>
            <a:off x="0" y="3858959"/>
            <a:ext cx="6096000" cy="1200329"/>
            <a:chOff x="0" y="3858959"/>
            <a:chExt cx="6096000" cy="1200329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B3CD35C-7DCB-BDBE-81D2-BD78CA0A39C9}"/>
                </a:ext>
              </a:extLst>
            </p:cNvPr>
            <p:cNvSpPr txBox="1"/>
            <p:nvPr/>
          </p:nvSpPr>
          <p:spPr>
            <a:xfrm>
              <a:off x="0" y="3858959"/>
              <a:ext cx="60960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3):</a:t>
              </a:r>
            </a:p>
            <a:p>
              <a:r>
                <a:rPr kumimoji="1" lang="en-US" altLang="zh-CN" dirty="0"/>
                <a:t>	A -&gt; B =&gt; AC -&gt; BC (Augmentation)</a:t>
              </a:r>
            </a:p>
            <a:p>
              <a:r>
                <a:rPr kumimoji="1" lang="en-US" altLang="zh-CN" dirty="0"/>
                <a:t>		   BC -&gt; D (Given)</a:t>
              </a:r>
            </a:p>
            <a:p>
              <a:r>
                <a:rPr kumimoji="1" lang="en-US" altLang="zh-CN" dirty="0"/>
                <a:t>	AC -&gt; D (Transitivity)</a:t>
              </a:r>
            </a:p>
          </p:txBody>
        </p:sp>
        <p:sp>
          <p:nvSpPr>
            <p:cNvPr id="14" name="右大括号 13">
              <a:extLst>
                <a:ext uri="{FF2B5EF4-FFF2-40B4-BE49-F238E27FC236}">
                  <a16:creationId xmlns:a16="http://schemas.microsoft.com/office/drawing/2014/main" id="{35EF4DA0-F3B6-6DCE-8524-A788B3687172}"/>
                </a:ext>
              </a:extLst>
            </p:cNvPr>
            <p:cNvSpPr/>
            <p:nvPr/>
          </p:nvSpPr>
          <p:spPr>
            <a:xfrm>
              <a:off x="4779264" y="4209337"/>
              <a:ext cx="73152" cy="569762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右箭头 14">
              <a:extLst>
                <a:ext uri="{FF2B5EF4-FFF2-40B4-BE49-F238E27FC236}">
                  <a16:creationId xmlns:a16="http://schemas.microsoft.com/office/drawing/2014/main" id="{5CC16DFB-62DC-8ADE-F98E-65AAE471B3CA}"/>
                </a:ext>
              </a:extLst>
            </p:cNvPr>
            <p:cNvSpPr/>
            <p:nvPr/>
          </p:nvSpPr>
          <p:spPr>
            <a:xfrm>
              <a:off x="300376" y="4718227"/>
              <a:ext cx="585216" cy="316991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CAB342B3-7E2A-8FD1-4F5F-08E7D3A9438F}"/>
              </a:ext>
            </a:extLst>
          </p:cNvPr>
          <p:cNvCxnSpPr/>
          <p:nvPr/>
        </p:nvCxnSpPr>
        <p:spPr>
          <a:xfrm>
            <a:off x="5071872" y="0"/>
            <a:ext cx="0" cy="685800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F799C951-EF26-1EDC-41A1-4F86F58C4EE4}"/>
              </a:ext>
            </a:extLst>
          </p:cNvPr>
          <p:cNvSpPr txBox="1"/>
          <p:nvPr/>
        </p:nvSpPr>
        <p:spPr>
          <a:xfrm>
            <a:off x="5071871" y="28284"/>
            <a:ext cx="609599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4):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A -&gt; B (Given) =&gt; A -&gt; AB (Augmentation)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AB -&gt; CD (Given) &amp; A -&gt; AB 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A -&gt; CD (Transitivity)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A -&gt; B (Given) &amp; B -&gt;DE (Given)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A -&gt; DE (Transitivity)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C -&gt; F (Given) =&gt; CD -&gt; DF (Augmentation)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E -&gt; G (Given) =&gt; DE -&gt; DG (Augmentation)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A -&gt; DF (Transitivity) &amp; A -&gt; DG (Transitivity)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DF -&gt; F &amp; DG -&gt; G (Reflexivity)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A</a:t>
            </a:r>
            <a:r>
              <a:rPr kumimoji="1" lang="en-US" altLang="zh-CN" dirty="0">
                <a:sym typeface="Wingdings" pitchFamily="2" charset="2"/>
              </a:rPr>
              <a:t> -&gt; F &amp; A -&gt; G (Transitivity)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>
                <a:sym typeface="Wingdings" pitchFamily="2" charset="2"/>
              </a:rPr>
              <a:t>A -&gt; AF &amp; AF -&gt; FG (</a:t>
            </a:r>
            <a:r>
              <a:rPr kumimoji="1" lang="en-US" altLang="zh-CN" dirty="0"/>
              <a:t>Augmentation)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A -&gt; FG (Transitivity)</a:t>
            </a:r>
          </a:p>
        </p:txBody>
      </p:sp>
    </p:spTree>
    <p:extLst>
      <p:ext uri="{BB962C8B-B14F-4D97-AF65-F5344CB8AC3E}">
        <p14:creationId xmlns:p14="http://schemas.microsoft.com/office/powerpoint/2010/main" val="964088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255064D-676D-D0AC-2F00-5496A8CAAC57}"/>
              </a:ext>
            </a:extLst>
          </p:cNvPr>
          <p:cNvSpPr txBox="1"/>
          <p:nvPr/>
        </p:nvSpPr>
        <p:spPr>
          <a:xfrm>
            <a:off x="11082528" y="0"/>
            <a:ext cx="1109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b="1" dirty="0"/>
              <a:t>Q5</a:t>
            </a:r>
            <a:endParaRPr kumimoji="1" lang="zh-CN" altLang="en-US" sz="5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FF6853-AD8B-30B4-ED5D-CF14742D7380}"/>
              </a:ext>
            </a:extLst>
          </p:cNvPr>
          <p:cNvSpPr txBox="1"/>
          <p:nvPr/>
        </p:nvSpPr>
        <p:spPr>
          <a:xfrm>
            <a:off x="1790700" y="461665"/>
            <a:ext cx="7985760" cy="23083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dirty="0"/>
              <a:t>1)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A -&gt; B &amp; B -&gt; C =&gt; A -&gt; C (Transitivity)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A -&gt; B &amp; B -&gt; D =&gt; A -&gt; D (Transitivity)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b="1" dirty="0"/>
              <a:t>Nontrivial FD’s</a:t>
            </a:r>
            <a:r>
              <a:rPr kumimoji="1" lang="en-US" altLang="zh-CN" dirty="0"/>
              <a:t>: A-&gt;B, B-&gt;C, B-&gt;D</a:t>
            </a:r>
          </a:p>
          <a:p>
            <a:pPr marL="342900" indent="-342900">
              <a:buFont typeface="+mj-lt"/>
              <a:buAutoNum type="arabicPeriod"/>
            </a:pPr>
            <a:endParaRPr kumimoji="1" lang="en-US" altLang="zh-CN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A can determined all Attributes =&gt; </a:t>
            </a:r>
            <a:r>
              <a:rPr kumimoji="1" lang="en-US" altLang="zh-CN" b="1" dirty="0"/>
              <a:t>key is A</a:t>
            </a:r>
          </a:p>
          <a:p>
            <a:pPr marL="342900" indent="-342900">
              <a:buFont typeface="+mj-lt"/>
              <a:buAutoNum type="arabicPeriod"/>
            </a:pPr>
            <a:endParaRPr kumimoji="1" lang="en-US" altLang="zh-CN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b="1" dirty="0"/>
              <a:t>Super key: </a:t>
            </a:r>
            <a:r>
              <a:rPr kumimoji="1" lang="en-US" altLang="zh-CN" dirty="0"/>
              <a:t>AB, AC, AD, ABC, ABD, ACD, ABCD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5F2935-742F-AB51-6D9F-9A9E9FB3BAFC}"/>
              </a:ext>
            </a:extLst>
          </p:cNvPr>
          <p:cNvSpPr txBox="1"/>
          <p:nvPr/>
        </p:nvSpPr>
        <p:spPr>
          <a:xfrm>
            <a:off x="1790700" y="3429000"/>
            <a:ext cx="7985760" cy="28623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dirty="0"/>
              <a:t>2)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AB -&gt;C =&gt; AB -&gt; BC (Augmentation) &amp; BC -&gt;D =&gt; AB-&gt;D (Transitivity)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BC -&gt;D =&gt; BC -&gt; CD (Augmentation) &amp; CD -&gt;A =&gt; BC-&gt;A (Transitivity)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CD-&gt;A =&gt; CD-&gt;AD (Augmentation) &amp; AD -&gt;B = CD-&gt;B(Transitivity)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AD-&gt;B =&gt; AD -&gt; AB (Augmentation) &amp; AB -&gt;C = AD -&gt; C (Transitivity)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b="1" dirty="0"/>
              <a:t>Nontrivial FD’s</a:t>
            </a:r>
            <a:r>
              <a:rPr kumimoji="1" lang="en-US" altLang="zh-CN" dirty="0"/>
              <a:t>: AB-&gt;C, BC-&gt;D, CD-&gt;A, AD-&gt;B</a:t>
            </a:r>
          </a:p>
          <a:p>
            <a:pPr marL="342900" indent="-342900">
              <a:buFont typeface="+mj-lt"/>
              <a:buAutoNum type="arabicPeriod"/>
            </a:pPr>
            <a:endParaRPr kumimoji="1" lang="en-US" altLang="zh-CN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From the above we get key: </a:t>
            </a:r>
            <a:r>
              <a:rPr kumimoji="1" lang="en-US" altLang="zh-CN" b="1" dirty="0"/>
              <a:t>AB, BC, CD, AD</a:t>
            </a:r>
          </a:p>
          <a:p>
            <a:pPr marL="342900" indent="-342900">
              <a:buFont typeface="+mj-lt"/>
              <a:buAutoNum type="arabicPeriod"/>
            </a:pPr>
            <a:endParaRPr kumimoji="1" lang="en-US" altLang="zh-CN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b="1" dirty="0"/>
              <a:t>Super Key</a:t>
            </a:r>
            <a:r>
              <a:rPr kumimoji="1" lang="en-US" altLang="zh-CN" dirty="0"/>
              <a:t>: ABC, ABD, BCD, ACD, ABCD</a:t>
            </a:r>
          </a:p>
        </p:txBody>
      </p:sp>
    </p:spTree>
    <p:extLst>
      <p:ext uri="{BB962C8B-B14F-4D97-AF65-F5344CB8AC3E}">
        <p14:creationId xmlns:p14="http://schemas.microsoft.com/office/powerpoint/2010/main" val="2529431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3D0807B-BD7F-FA7E-A620-FE025426D9D2}"/>
              </a:ext>
            </a:extLst>
          </p:cNvPr>
          <p:cNvSpPr txBox="1"/>
          <p:nvPr/>
        </p:nvSpPr>
        <p:spPr>
          <a:xfrm>
            <a:off x="11082528" y="0"/>
            <a:ext cx="1109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b="1" dirty="0"/>
              <a:t>Q6</a:t>
            </a:r>
            <a:endParaRPr kumimoji="1" lang="zh-CN" altLang="en-US" sz="5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E61A1C-BFD0-0650-D64A-B6AD68E636F5}"/>
              </a:ext>
            </a:extLst>
          </p:cNvPr>
          <p:cNvSpPr txBox="1"/>
          <p:nvPr/>
        </p:nvSpPr>
        <p:spPr>
          <a:xfrm>
            <a:off x="304800" y="923330"/>
            <a:ext cx="11332464" cy="25853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dirty="0"/>
              <a:t>1)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A-&gt;BC =&gt; A-&gt;B &amp; A-&gt;C (Decomposition)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A-&gt;B &amp; B-&gt;D =&gt; A-&gt;D (Transitivity)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B-&gt;D =&gt; BC-&gt;CD (Augmentation) &amp; CD-&gt; E =&gt;BC-&gt;E &amp; A-&gt;BC =&gt;A-&gt;E(Transitivity)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A+ = ABCDE =&gt; A is a key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For E-&gt;A =&gt; according to transitivity, E is also a key; For BC-&gt;E =&gt; according to transitivity, BC is also a key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b="1" dirty="0"/>
              <a:t>Keys : </a:t>
            </a:r>
            <a:r>
              <a:rPr kumimoji="1" lang="en-US" altLang="zh-CN" dirty="0"/>
              <a:t>E &amp; A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/>
              <a:t>BC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/>
              <a:t>CD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b="1" dirty="0"/>
              <a:t>Reason: </a:t>
            </a:r>
            <a:r>
              <a:rPr kumimoji="1" lang="en-US" altLang="zh-CN" dirty="0"/>
              <a:t>There is no candidate key with three attributes b/c E or A or BC or CD enough to determinate all attributes. If adding any attribute, it is not the minimal length.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220A80-4C53-F2DC-C79F-A91605E48E0C}"/>
              </a:ext>
            </a:extLst>
          </p:cNvPr>
          <p:cNvSpPr txBox="1"/>
          <p:nvPr/>
        </p:nvSpPr>
        <p:spPr>
          <a:xfrm>
            <a:off x="859536" y="4205010"/>
            <a:ext cx="10777728" cy="14773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dirty="0"/>
              <a:t>2)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B-&gt;D : B is not the super key.    =&gt; </a:t>
            </a:r>
            <a:r>
              <a:rPr kumimoji="1" lang="en-US" altLang="zh-CN" b="1" dirty="0"/>
              <a:t>not BCNF</a:t>
            </a:r>
          </a:p>
          <a:p>
            <a:pPr marL="342900" indent="-342900">
              <a:buFont typeface="+mj-lt"/>
              <a:buAutoNum type="arabicPeriod"/>
            </a:pPr>
            <a:endParaRPr kumimoji="1" lang="en-US" altLang="zh-CN" dirty="0"/>
          </a:p>
          <a:p>
            <a:r>
              <a:rPr kumimoji="1" lang="en-US" altLang="zh-CN" dirty="0"/>
              <a:t>3)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B-&gt;D: B is not the super key and D is a prime attribute. =&gt; </a:t>
            </a:r>
            <a:r>
              <a:rPr kumimoji="1" lang="en-US" altLang="zh-CN" b="1" dirty="0"/>
              <a:t>3NF</a:t>
            </a:r>
          </a:p>
        </p:txBody>
      </p:sp>
    </p:spTree>
    <p:extLst>
      <p:ext uri="{BB962C8B-B14F-4D97-AF65-F5344CB8AC3E}">
        <p14:creationId xmlns:p14="http://schemas.microsoft.com/office/powerpoint/2010/main" val="662083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3D0807B-BD7F-FA7E-A620-FE025426D9D2}"/>
              </a:ext>
            </a:extLst>
          </p:cNvPr>
          <p:cNvSpPr txBox="1"/>
          <p:nvPr/>
        </p:nvSpPr>
        <p:spPr>
          <a:xfrm>
            <a:off x="11082528" y="0"/>
            <a:ext cx="1109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b="1" dirty="0"/>
              <a:t>Q6</a:t>
            </a:r>
            <a:endParaRPr kumimoji="1" lang="zh-CN" altLang="en-US" sz="54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F578D60-4305-4534-26EA-B3A47E498E08}"/>
              </a:ext>
            </a:extLst>
          </p:cNvPr>
          <p:cNvGrpSpPr/>
          <p:nvPr/>
        </p:nvGrpSpPr>
        <p:grpSpPr>
          <a:xfrm>
            <a:off x="419100" y="648021"/>
            <a:ext cx="10777728" cy="5561957"/>
            <a:chOff x="0" y="22753"/>
            <a:chExt cx="10777728" cy="5561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ADE61A1C-BFD0-0650-D64A-B6AD68E636F5}"/>
                    </a:ext>
                  </a:extLst>
                </p:cNvPr>
                <p:cNvSpPr txBox="1"/>
                <p:nvPr/>
              </p:nvSpPr>
              <p:spPr>
                <a:xfrm>
                  <a:off x="0" y="22753"/>
                  <a:ext cx="10777728" cy="286232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/>
                    <a:t>4)</a:t>
                  </a:r>
                </a:p>
                <a:p>
                  <a:pPr marL="342900" indent="-342900">
                    <a:buFont typeface="+mj-lt"/>
                    <a:buAutoNum type="arabicPeriod"/>
                  </a:pPr>
                  <a:r>
                    <a:rPr kumimoji="1" lang="en-US" altLang="zh-CN" dirty="0" err="1"/>
                    <a:t>Attr</a:t>
                  </a:r>
                  <a:r>
                    <a:rPr kumimoji="1" lang="en-US" altLang="zh-CN" dirty="0"/>
                    <a:t>(R1) </a:t>
                  </a:r>
                  <a14:m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</m:oMath>
                  </a14:m>
                  <a:r>
                    <a:rPr kumimoji="1" lang="en-US" altLang="zh-CN" dirty="0"/>
                    <a:t> </a:t>
                  </a:r>
                  <a:r>
                    <a:rPr kumimoji="1" lang="en-US" altLang="zh-CN" dirty="0" err="1"/>
                    <a:t>Attr</a:t>
                  </a:r>
                  <a:r>
                    <a:rPr kumimoji="1" lang="en-US" altLang="zh-CN" dirty="0"/>
                    <a:t>(R2) = </a:t>
                  </a:r>
                  <a:r>
                    <a:rPr kumimoji="1" lang="en-US" altLang="zh-CN" dirty="0" err="1"/>
                    <a:t>Attr</a:t>
                  </a:r>
                  <a:r>
                    <a:rPr kumimoji="1" lang="en-US" altLang="zh-CN" dirty="0"/>
                    <a:t>(R)</a:t>
                  </a:r>
                </a:p>
                <a:p>
                  <a:pPr marL="342900" indent="-342900">
                    <a:buFont typeface="+mj-lt"/>
                    <a:buAutoNum type="arabicPeriod"/>
                  </a:pPr>
                  <a:r>
                    <a:rPr kumimoji="1" lang="en-US" altLang="zh-CN" dirty="0"/>
                    <a:t>Attr(R1) </a:t>
                  </a:r>
                  <a14:m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</m:oMath>
                  </a14:m>
                  <a:r>
                    <a:rPr kumimoji="1" lang="en-US" altLang="zh-CN" dirty="0"/>
                    <a:t> </a:t>
                  </a:r>
                  <a:r>
                    <a:rPr kumimoji="1" lang="en-US" altLang="zh-CN" dirty="0" err="1"/>
                    <a:t>Attr</a:t>
                  </a:r>
                  <a:r>
                    <a:rPr kumimoji="1" lang="en-US" altLang="zh-CN" dirty="0"/>
                    <a:t>(R2) = A which is a key of R1 =&gt; </a:t>
                  </a:r>
                  <a:r>
                    <a:rPr kumimoji="1" lang="en-US" altLang="zh-CN" b="1" dirty="0"/>
                    <a:t>lossless</a:t>
                  </a:r>
                </a:p>
                <a:p>
                  <a:pPr marL="342900" indent="-342900">
                    <a:buFont typeface="+mj-lt"/>
                    <a:buAutoNum type="arabicPeriod"/>
                  </a:pPr>
                  <a:r>
                    <a:rPr kumimoji="1" lang="en-US" altLang="zh-CN" dirty="0"/>
                    <a:t>R1: A-&gt;BC &amp; R2: E-&gt;A, A-&gt;E, A-&gt;D</a:t>
                  </a:r>
                </a:p>
                <a:p>
                  <a:pPr marL="342900" indent="-342900">
                    <a:buFont typeface="+mj-lt"/>
                    <a:buAutoNum type="arabicPeriod"/>
                  </a:pPr>
                  <a:r>
                    <a:rPr kumimoji="1" lang="en-US" altLang="zh-CN" dirty="0"/>
                    <a:t>Can’t preserve B-&gt;D =&gt;</a:t>
                  </a:r>
                  <a:r>
                    <a:rPr kumimoji="1" lang="en-US" altLang="zh-CN" b="1" dirty="0"/>
                    <a:t> not preserve</a:t>
                  </a:r>
                </a:p>
                <a:p>
                  <a:pPr marL="342900" indent="-342900">
                    <a:buFont typeface="+mj-lt"/>
                    <a:buAutoNum type="arabicPeriod"/>
                  </a:pPr>
                  <a:endParaRPr kumimoji="1" lang="en-US" altLang="zh-CN" b="1" dirty="0"/>
                </a:p>
                <a:p>
                  <a:pPr marL="342900" indent="-342900">
                    <a:buFont typeface="+mj-lt"/>
                    <a:buAutoNum type="arabicPeriod"/>
                  </a:pPr>
                  <a:r>
                    <a:rPr kumimoji="1" lang="en-US" altLang="zh-CN" dirty="0"/>
                    <a:t>Attr(R3) </a:t>
                  </a:r>
                  <a14:m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</m:oMath>
                  </a14:m>
                  <a:r>
                    <a:rPr kumimoji="1" lang="en-US" altLang="zh-CN" dirty="0"/>
                    <a:t> </a:t>
                  </a:r>
                  <a:r>
                    <a:rPr kumimoji="1" lang="en-US" altLang="zh-CN" dirty="0" err="1"/>
                    <a:t>Attr</a:t>
                  </a:r>
                  <a:r>
                    <a:rPr kumimoji="1" lang="en-US" altLang="zh-CN" dirty="0"/>
                    <a:t>(R4) = </a:t>
                  </a:r>
                  <a:r>
                    <a:rPr kumimoji="1" lang="en-US" altLang="zh-CN" dirty="0" err="1"/>
                    <a:t>Attr</a:t>
                  </a:r>
                  <a:r>
                    <a:rPr kumimoji="1" lang="en-US" altLang="zh-CN" dirty="0"/>
                    <a:t>(R)</a:t>
                  </a:r>
                </a:p>
                <a:p>
                  <a:pPr marL="342900" indent="-342900">
                    <a:buFont typeface="+mj-lt"/>
                    <a:buAutoNum type="arabicPeriod"/>
                  </a:pPr>
                  <a:r>
                    <a:rPr kumimoji="1" lang="en-US" altLang="zh-CN" dirty="0"/>
                    <a:t>Attr(R3) </a:t>
                  </a:r>
                  <a14:m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</m:oMath>
                  </a14:m>
                  <a:r>
                    <a:rPr kumimoji="1" lang="en-US" altLang="zh-CN" dirty="0"/>
                    <a:t> </a:t>
                  </a:r>
                  <a:r>
                    <a:rPr kumimoji="1" lang="en-US" altLang="zh-CN" dirty="0" err="1"/>
                    <a:t>Attr</a:t>
                  </a:r>
                  <a:r>
                    <a:rPr kumimoji="1" lang="en-US" altLang="zh-CN" dirty="0"/>
                    <a:t>(R4) = CD which is a key for R4 =&gt; </a:t>
                  </a:r>
                  <a:r>
                    <a:rPr kumimoji="1" lang="en-US" altLang="zh-CN" b="1" dirty="0"/>
                    <a:t>lossless</a:t>
                  </a:r>
                </a:p>
                <a:p>
                  <a:pPr marL="342900" indent="-342900">
                    <a:buFont typeface="+mj-lt"/>
                    <a:buAutoNum type="arabicPeriod"/>
                  </a:pPr>
                  <a:r>
                    <a:rPr kumimoji="1" lang="en-US" altLang="zh-CN" dirty="0"/>
                    <a:t>R3: A-&gt;BC, A-&gt;D, B-&gt;D, BC-&gt;A, CD-&gt;A &amp; R4: CD-&gt;E, E-&gt;C, E-&gt;D</a:t>
                  </a:r>
                </a:p>
                <a:p>
                  <a:pPr marL="342900" indent="-342900">
                    <a:buFont typeface="+mj-lt"/>
                    <a:buAutoNum type="arabicPeriod"/>
                  </a:pPr>
                  <a:r>
                    <a:rPr kumimoji="1" lang="en-US" altLang="zh-CN" dirty="0"/>
                    <a:t>Can preserve E-&gt;A, A-&gt;BC, CD-&gt;E, B-&gt;D =&gt; </a:t>
                  </a:r>
                  <a:r>
                    <a:rPr kumimoji="1" lang="en-US" altLang="zh-CN" b="1" dirty="0"/>
                    <a:t>preserve</a:t>
                  </a: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ADE61A1C-BFD0-0650-D64A-B6AD68E636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22753"/>
                  <a:ext cx="10777728" cy="2862322"/>
                </a:xfrm>
                <a:prstGeom prst="rect">
                  <a:avLst/>
                </a:prstGeom>
                <a:blipFill>
                  <a:blip r:embed="rId2"/>
                  <a:stretch>
                    <a:fillRect l="-470" t="-877" b="-1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8220A80-4C53-F2DC-C79F-A91605E48E0C}"/>
                </a:ext>
              </a:extLst>
            </p:cNvPr>
            <p:cNvSpPr txBox="1"/>
            <p:nvPr/>
          </p:nvSpPr>
          <p:spPr>
            <a:xfrm>
              <a:off x="0" y="3276386"/>
              <a:ext cx="10777728" cy="230832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5)</a:t>
              </a:r>
            </a:p>
            <a:p>
              <a:r>
                <a:rPr kumimoji="1" lang="en-US" altLang="zh-CN" dirty="0"/>
                <a:t>R1: A-&gt;BC, BC-&gt;A: BC and A are a super key=&gt; </a:t>
              </a:r>
              <a:r>
                <a:rPr kumimoji="1" lang="en-US" altLang="zh-CN" b="1" dirty="0"/>
                <a:t>Both</a:t>
              </a:r>
            </a:p>
            <a:p>
              <a:endParaRPr kumimoji="1" lang="en-US" altLang="zh-CN" b="1" dirty="0"/>
            </a:p>
            <a:p>
              <a:r>
                <a:rPr kumimoji="1" lang="en-US" altLang="zh-CN" dirty="0"/>
                <a:t>R2: E-&gt;A, A-&gt;D, A-&gt;E both A &amp; E are candidate keys and D is a prime attribute =&gt; </a:t>
              </a:r>
              <a:r>
                <a:rPr kumimoji="1" lang="en-US" altLang="zh-CN" b="1" dirty="0"/>
                <a:t>both</a:t>
              </a:r>
            </a:p>
            <a:p>
              <a:endParaRPr kumimoji="1" lang="en-US" altLang="zh-CN" b="1" dirty="0"/>
            </a:p>
            <a:p>
              <a:r>
                <a:rPr kumimoji="1" lang="en-US" altLang="zh-CN" dirty="0"/>
                <a:t>R3: A-&gt;BC, A-&gt;D, B-&gt;D, BC-&gt;A, CD-&gt;A : B is not a super key and D, BC, A is a prime attribute =&gt; </a:t>
              </a:r>
              <a:r>
                <a:rPr kumimoji="1" lang="en-US" altLang="zh-CN" b="1" dirty="0"/>
                <a:t>3NF</a:t>
              </a:r>
            </a:p>
            <a:p>
              <a:endParaRPr kumimoji="1" lang="en-US" altLang="zh-CN" b="1" dirty="0"/>
            </a:p>
            <a:p>
              <a:r>
                <a:rPr kumimoji="1" lang="en-US" altLang="zh-CN" dirty="0"/>
                <a:t>R4: CD-&gt;E, E-&gt;C, E-&gt;D: both CD and E are super key =&gt; </a:t>
              </a:r>
              <a:r>
                <a:rPr kumimoji="1" lang="en-US" altLang="zh-CN" b="1" dirty="0"/>
                <a:t>Both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8514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3D0807B-BD7F-FA7E-A620-FE025426D9D2}"/>
              </a:ext>
            </a:extLst>
          </p:cNvPr>
          <p:cNvSpPr txBox="1"/>
          <p:nvPr/>
        </p:nvSpPr>
        <p:spPr>
          <a:xfrm>
            <a:off x="11082528" y="0"/>
            <a:ext cx="1109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b="1" dirty="0"/>
              <a:t>Q6</a:t>
            </a:r>
            <a:endParaRPr kumimoji="1" lang="zh-CN" altLang="en-US" sz="5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E61A1C-BFD0-0650-D64A-B6AD68E636F5}"/>
              </a:ext>
            </a:extLst>
          </p:cNvPr>
          <p:cNvSpPr txBox="1"/>
          <p:nvPr/>
        </p:nvSpPr>
        <p:spPr>
          <a:xfrm>
            <a:off x="859536" y="1738269"/>
            <a:ext cx="10777728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dirty="0"/>
              <a:t>6)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B-&gt;D, violate BCNF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B-&gt;D: R={ABCE, BD}</a:t>
            </a:r>
          </a:p>
          <a:p>
            <a:pPr marL="342900" indent="-342900">
              <a:buFont typeface="+mj-lt"/>
              <a:buAutoNum type="arabicPeriod"/>
            </a:pPr>
            <a:endParaRPr kumimoji="1" lang="en-US" altLang="zh-CN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R1(ABCE), R2(BD)</a:t>
            </a:r>
          </a:p>
          <a:p>
            <a:pPr marL="342900" indent="-342900">
              <a:buFont typeface="+mj-lt"/>
              <a:buAutoNum type="arabicPeriod"/>
            </a:pPr>
            <a:endParaRPr kumimoji="1" lang="en-US" altLang="zh-CN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b="1" dirty="0"/>
              <a:t>preserve</a:t>
            </a:r>
          </a:p>
        </p:txBody>
      </p:sp>
    </p:spTree>
    <p:extLst>
      <p:ext uri="{BB962C8B-B14F-4D97-AF65-F5344CB8AC3E}">
        <p14:creationId xmlns:p14="http://schemas.microsoft.com/office/powerpoint/2010/main" val="3247183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3D0807B-BD7F-FA7E-A620-FE025426D9D2}"/>
              </a:ext>
            </a:extLst>
          </p:cNvPr>
          <p:cNvSpPr txBox="1"/>
          <p:nvPr/>
        </p:nvSpPr>
        <p:spPr>
          <a:xfrm>
            <a:off x="11082528" y="0"/>
            <a:ext cx="1109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b="1" dirty="0"/>
              <a:t>Q7</a:t>
            </a:r>
            <a:endParaRPr kumimoji="1" lang="zh-CN" altLang="en-US" sz="5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E61A1C-BFD0-0650-D64A-B6AD68E636F5}"/>
              </a:ext>
            </a:extLst>
          </p:cNvPr>
          <p:cNvSpPr txBox="1"/>
          <p:nvPr/>
        </p:nvSpPr>
        <p:spPr>
          <a:xfrm>
            <a:off x="707136" y="1799141"/>
            <a:ext cx="10777728" cy="3416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dirty="0"/>
              <a:t>1)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IS</a:t>
            </a:r>
          </a:p>
          <a:p>
            <a:pPr marL="342900" indent="-342900">
              <a:buFont typeface="+mj-lt"/>
              <a:buAutoNum type="arabicPeriod"/>
            </a:pPr>
            <a:endParaRPr kumimoji="1" lang="en-US" altLang="zh-CN" dirty="0"/>
          </a:p>
          <a:p>
            <a:r>
              <a:rPr kumimoji="1" lang="en-US" altLang="zh-CN" dirty="0"/>
              <a:t>2)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I-&gt;B: R={ISQD, IBO}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S-&gt;D: R={ISQ, IBO, SD}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R1(ISQ), R2(IBO), R3(SD)</a:t>
            </a:r>
          </a:p>
          <a:p>
            <a:pPr marL="342900" indent="-342900">
              <a:buFont typeface="+mj-lt"/>
              <a:buAutoNum type="arabicPeriod"/>
            </a:pPr>
            <a:endParaRPr kumimoji="1" lang="en-US" altLang="zh-CN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Change to one attribute RHS {I-&gt;B, IS-&gt;Q, B-&gt;O, S-&gt;D}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 Eliminate unnecessary attributes </a:t>
            </a:r>
            <a:r>
              <a:rPr kumimoji="1" lang="en-US" altLang="zh-CN"/>
              <a:t>from LHS {I-&gt;B, IS-&gt;Q, B-&gt;O, S-&gt;D}</a:t>
            </a:r>
            <a:endParaRPr kumimoji="1" lang="en-US" altLang="zh-CN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After operation the answer is {I-&gt;B, IS-&gt;Q, B-&gt;O, S-&gt;D}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dirty="0"/>
              <a:t>I is not the super key =&gt; </a:t>
            </a:r>
            <a:r>
              <a:rPr kumimoji="1" lang="en-US" altLang="zh-CN" b="1" dirty="0"/>
              <a:t>not BCNF</a:t>
            </a:r>
          </a:p>
        </p:txBody>
      </p:sp>
    </p:spTree>
    <p:extLst>
      <p:ext uri="{BB962C8B-B14F-4D97-AF65-F5344CB8AC3E}">
        <p14:creationId xmlns:p14="http://schemas.microsoft.com/office/powerpoint/2010/main" val="4184291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3D0807B-BD7F-FA7E-A620-FE025426D9D2}"/>
              </a:ext>
            </a:extLst>
          </p:cNvPr>
          <p:cNvSpPr txBox="1"/>
          <p:nvPr/>
        </p:nvSpPr>
        <p:spPr>
          <a:xfrm>
            <a:off x="11082528" y="0"/>
            <a:ext cx="1109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b="1" dirty="0"/>
              <a:t>Q8</a:t>
            </a:r>
            <a:endParaRPr kumimoji="1" lang="zh-CN" altLang="en-US" sz="5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DE61A1C-BFD0-0650-D64A-B6AD68E636F5}"/>
                  </a:ext>
                </a:extLst>
              </p:cNvPr>
              <p:cNvSpPr txBox="1"/>
              <p:nvPr/>
            </p:nvSpPr>
            <p:spPr>
              <a:xfrm>
                <a:off x="1045972" y="2144574"/>
                <a:ext cx="10777728" cy="175432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1)</a:t>
                </a: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en-US" altLang="zh-CN" baseline="-25000" dirty="0"/>
                  <a:t>name</a:t>
                </a:r>
                <a:r>
                  <a:rPr kumimoji="1" lang="en-US" altLang="zh-CN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kumimoji="1" lang="en-US" altLang="zh-CN" baseline="-25000" dirty="0" err="1"/>
                  <a:t>sno</a:t>
                </a:r>
                <a:r>
                  <a:rPr kumimoji="1" lang="en-US" altLang="zh-CN" baseline="-25000" dirty="0"/>
                  <a:t>=5</a:t>
                </a:r>
                <a:r>
                  <a:rPr kumimoji="1" lang="en-US" altLang="zh-CN" dirty="0"/>
                  <a:t>(students))</a:t>
                </a: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en-US" altLang="zh-CN" baseline="-25000" dirty="0"/>
                  <a:t>address</a:t>
                </a:r>
                <a:r>
                  <a:rPr kumimoji="1" lang="en-US" altLang="zh-CN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kumimoji="1" lang="en-US" altLang="zh-CN" baseline="-25000" dirty="0"/>
                  <a:t>name=‘jones’</a:t>
                </a:r>
                <a:r>
                  <a:rPr kumimoji="1" lang="en-US" altLang="zh-CN" dirty="0"/>
                  <a:t>(students) 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kumimoji="1" lang="en-US" altLang="zh-CN" dirty="0"/>
                  <a:t> study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kumimoji="1" lang="en-US" altLang="zh-CN" dirty="0"/>
                  <a:t> universities )</a:t>
                </a: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en-US" altLang="zh-CN" baseline="-25000" dirty="0" err="1"/>
                  <a:t>uname</a:t>
                </a:r>
                <a:r>
                  <a:rPr kumimoji="1" lang="en-US" altLang="zh-CN" dirty="0"/>
                  <a:t>(study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kumimoji="1" lang="en-US" altLang="zh-CN" dirty="0"/>
                  <a:t> participate )</a:t>
                </a: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en-US" altLang="zh-CN" baseline="-25000" dirty="0" err="1"/>
                  <a:t>uname</a:t>
                </a:r>
                <a:r>
                  <a:rPr kumimoji="1" lang="en-US" altLang="zh-CN" dirty="0"/>
                  <a:t>(universities) 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  -  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en-US" altLang="zh-CN" baseline="-25000" dirty="0" err="1"/>
                  <a:t>uname</a:t>
                </a:r>
                <a:r>
                  <a:rPr kumimoji="1" lang="en-US" altLang="zh-CN" dirty="0"/>
                  <a:t>(study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kumimoji="1" lang="en-US" altLang="zh-CN" dirty="0"/>
                  <a:t> participate )</a:t>
                </a: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en-US" altLang="zh-CN" baseline="-25000" dirty="0"/>
                  <a:t>eno</a:t>
                </a:r>
                <a:r>
                  <a:rPr kumimoji="1" lang="en-US" altLang="zh-CN" dirty="0"/>
                  <a:t>(t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ook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𝑝𝑙𝑎𝑐𝑒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kumimoji="1" lang="en-US" altLang="zh-CN" dirty="0"/>
                  <a:t> participate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kumimoji="1" lang="en-US" altLang="zh-CN" dirty="0"/>
                  <a:t> study)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DE61A1C-BFD0-0650-D64A-B6AD68E63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972" y="2144574"/>
                <a:ext cx="10777728" cy="1754326"/>
              </a:xfrm>
              <a:prstGeom prst="rect">
                <a:avLst/>
              </a:prstGeom>
              <a:blipFill>
                <a:blip r:embed="rId2"/>
                <a:stretch>
                  <a:fillRect l="-470" t="-1418" b="-35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6203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3D0807B-BD7F-FA7E-A620-FE025426D9D2}"/>
              </a:ext>
            </a:extLst>
          </p:cNvPr>
          <p:cNvSpPr txBox="1"/>
          <p:nvPr/>
        </p:nvSpPr>
        <p:spPr>
          <a:xfrm>
            <a:off x="11082528" y="0"/>
            <a:ext cx="1109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b="1" dirty="0"/>
              <a:t>Q9</a:t>
            </a:r>
            <a:endParaRPr kumimoji="1" lang="zh-CN" altLang="en-US" sz="5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DE61A1C-BFD0-0650-D64A-B6AD68E636F5}"/>
                  </a:ext>
                </a:extLst>
              </p:cNvPr>
              <p:cNvSpPr txBox="1"/>
              <p:nvPr/>
            </p:nvSpPr>
            <p:spPr>
              <a:xfrm>
                <a:off x="292100" y="1291141"/>
                <a:ext cx="11185742" cy="369331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1)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 :=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kumimoji="1" lang="en-US" altLang="zh-CN" baseline="-25000" dirty="0"/>
                  <a:t>floor=2</a:t>
                </a:r>
                <a:r>
                  <a:rPr kumimoji="1" lang="en-US" altLang="zh-CN" dirty="0"/>
                  <a:t>(dept)</a:t>
                </a:r>
              </a:p>
              <a:p>
                <a:r>
                  <a:rPr kumimoji="1" lang="en-US" altLang="zh-CN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en-US" altLang="zh-CN" baseline="-25000" dirty="0" err="1"/>
                  <a:t>iname</a:t>
                </a:r>
                <a:r>
                  <a:rPr kumimoji="1" lang="en-US" altLang="zh-CN" dirty="0"/>
                  <a:t>(item) -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en-US" altLang="zh-CN" baseline="-25000" dirty="0" err="1"/>
                  <a:t>iname</a:t>
                </a:r>
                <a:r>
                  <a:rPr kumimoji="1" lang="en-US" altLang="zh-CN" dirty="0"/>
                  <a:t>(sales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kumimoji="1" lang="en-US" altLang="zh-CN" dirty="0"/>
                  <a:t> </a:t>
                </a:r>
                <a:r>
                  <a:rPr kumimoji="1" lang="en-US" altLang="zh-CN" baseline="-25000" dirty="0" err="1"/>
                  <a:t>sales.dept</a:t>
                </a:r>
                <a:r>
                  <a:rPr kumimoji="1" lang="en-US" altLang="zh-CN" baseline="-25000" dirty="0"/>
                  <a:t>=</a:t>
                </a:r>
                <a:r>
                  <a:rPr kumimoji="1" lang="en-US" altLang="zh-CN" baseline="-25000" dirty="0" err="1"/>
                  <a:t>s.dname</a:t>
                </a:r>
                <a:r>
                  <a:rPr kumimoji="1" lang="en-US" altLang="zh-CN" baseline="-25000" dirty="0"/>
                  <a:t> </a:t>
                </a:r>
                <a:r>
                  <a:rPr kumimoji="1" lang="en-US" altLang="zh-CN" dirty="0"/>
                  <a:t>s) 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kumimoji="1" lang="en-US" altLang="zh-C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buFontTx/>
                  <a:buAutoNum type="arabicPeriod" startAt="2"/>
                </a:pP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 :=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kumimoji="1" lang="en-US" altLang="zh-CN" baseline="-25000" dirty="0"/>
                  <a:t>eno=</a:t>
                </a:r>
                <a:r>
                  <a:rPr kumimoji="1" lang="en-US" altLang="zh-CN" baseline="-25000" dirty="0" err="1"/>
                  <a:t>mgr</a:t>
                </a:r>
                <a:r>
                  <a:rPr kumimoji="1" lang="en-US" altLang="zh-CN" dirty="0"/>
                  <a:t>(employee) E:=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kumimoji="1" lang="en-US" altLang="zh-CN" baseline="-25000" dirty="0"/>
                  <a:t>eno</a:t>
                </a:r>
                <a14:m>
                  <m:oMath xmlns:m="http://schemas.openxmlformats.org/officeDocument/2006/math">
                    <m:r>
                      <a:rPr kumimoji="1" lang="en-US" altLang="zh-CN" i="1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kumimoji="1" lang="en-US" altLang="zh-CN" baseline="-25000" dirty="0" err="1"/>
                  <a:t>mgr</a:t>
                </a:r>
                <a:r>
                  <a:rPr kumimoji="1" lang="en-US" altLang="zh-CN" dirty="0"/>
                  <a:t>(employee).   </a:t>
                </a: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 :=</a:t>
                </a:r>
                <a:r>
                  <a:rPr kumimoji="1" lang="el-GR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π</a:t>
                </a:r>
                <a:r>
                  <a:rPr kumimoji="1" lang="en-US" altLang="zh-CN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dept </a:t>
                </a: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(M 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kumimoji="1" lang="en-US" altLang="zh-CN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kumimoji="1" lang="en-US" altLang="zh-CN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M.dept</a:t>
                </a:r>
                <a:r>
                  <a:rPr kumimoji="1" lang="en-US" altLang="zh-CN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kumimoji="1" lang="en-US" altLang="zh-CN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E.dept</a:t>
                </a:r>
                <a:r>
                  <a:rPr kumimoji="1" lang="en-US" altLang="zh-CN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kumimoji="1" lang="en-US" altLang="zh-CN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</m:t>
                    </m:r>
                    <m:r>
                      <a:rPr kumimoji="1" lang="en-US" altLang="zh-CN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kumimoji="1" lang="en-US" altLang="zh-CN" b="0" i="0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  <m:r>
                      <a:rPr kumimoji="1" lang="en-US" altLang="zh-CN" b="0" i="0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kumimoji="1" lang="en-US" altLang="zh-CN" b="0" i="0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salar</m:t>
                    </m:r>
                    <m:r>
                      <a:rPr kumimoji="1" lang="en-US" altLang="zh-CN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kumimoji="1" lang="en-US" altLang="zh-CN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kumimoji="1" lang="en-US" altLang="zh-CN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kumimoji="1" lang="en-US" altLang="zh-CN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zh-CN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𝑠𝑎𝑙𝑎𝑟𝑦</m:t>
                    </m:r>
                    <m:r>
                      <a:rPr kumimoji="1" lang="en-US" altLang="zh-CN" b="0" i="0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E) 	</a:t>
                </a:r>
              </a:p>
              <a:p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	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en-US" altLang="zh-CN" baseline="-25000" dirty="0"/>
                  <a:t>dept</a:t>
                </a:r>
                <a:r>
                  <a:rPr kumimoji="1" lang="en-US" altLang="zh-CN" dirty="0"/>
                  <a:t>(employee) - S</a:t>
                </a:r>
              </a:p>
              <a:p>
                <a:endParaRPr kumimoji="1" lang="en-US" altLang="zh-C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buAutoNum type="arabicPeriod" startAt="3"/>
                </a:pP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 :=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kumimoji="1" lang="en-US" altLang="zh-CN" baseline="-25000" dirty="0"/>
                  <a:t>floor=2</a:t>
                </a:r>
                <a:r>
                  <a:rPr kumimoji="1" lang="en-US" altLang="zh-CN" dirty="0"/>
                  <a:t>(dept) S1:=D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kumimoji="1" lang="en-US" altLang="zh-CN" baseline="-25000" dirty="0" err="1"/>
                  <a:t>D.dname</a:t>
                </a:r>
                <a:r>
                  <a:rPr kumimoji="1" lang="en-US" altLang="zh-CN" baseline="-25000" dirty="0"/>
                  <a:t>=</a:t>
                </a:r>
                <a:r>
                  <a:rPr kumimoji="1" lang="en-US" altLang="zh-CN" baseline="-25000" dirty="0" err="1"/>
                  <a:t>sales.dept</a:t>
                </a:r>
                <a:r>
                  <a:rPr kumimoji="1" lang="en-US" altLang="zh-CN" dirty="0"/>
                  <a:t>(sales)</a:t>
                </a:r>
              </a:p>
              <a:p>
                <a:r>
                  <a:rPr kumimoji="1" lang="en-US" altLang="zh-CN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en-US" altLang="zh-CN" baseline="-25000" dirty="0"/>
                  <a:t>item</a:t>
                </a:r>
                <a:r>
                  <a:rPr kumimoji="1" lang="en-US" altLang="zh-CN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kumimoji="1" lang="en-US" altLang="zh-CN" baseline="-25000" dirty="0"/>
                  <a:t>count(dept)</a:t>
                </a:r>
                <a14:m>
                  <m:oMath xmlns:m="http://schemas.openxmlformats.org/officeDocument/2006/math">
                    <m:r>
                      <a:rPr kumimoji="1" lang="en-US" altLang="zh-CN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kumimoji="1" lang="en-US" altLang="zh-CN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1" lang="en-US" altLang="zh-CN" baseline="-250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en-US" altLang="zh-CN" baseline="-25000" dirty="0"/>
                  <a:t>item, count(dept)</a:t>
                </a:r>
                <a:r>
                  <a:rPr kumimoji="1" lang="en-US" altLang="zh-CN" dirty="0"/>
                  <a:t>(S1) ) 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kumimoji="1" lang="en-US" altLang="zh-C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kumimoji="1" lang="en-US" altLang="zh-CN" dirty="0"/>
                  <a:t>4.   S1:=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en-US" altLang="zh-CN" baseline="-25000" dirty="0"/>
                  <a:t>dept, item</a:t>
                </a:r>
                <a:r>
                  <a:rPr kumimoji="1" lang="en-US" altLang="zh-CN" dirty="0"/>
                  <a:t>(supply)  S2:=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en-US" altLang="zh-CN" baseline="-25000" dirty="0"/>
                  <a:t>dept, item</a:t>
                </a:r>
                <a:r>
                  <a:rPr kumimoji="1" lang="en-US" altLang="zh-CN" dirty="0"/>
                  <a:t>(sales) 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S3 = S1-S2</a:t>
                </a:r>
              </a:p>
              <a:p>
                <a:r>
                  <a:rPr kumimoji="1" lang="en-US" altLang="zh-CN" dirty="0"/>
                  <a:t>	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en-US" altLang="zh-CN" baseline="-25000" dirty="0"/>
                  <a:t> item</a:t>
                </a:r>
                <a:r>
                  <a:rPr kumimoji="1" lang="en-US" altLang="zh-CN" dirty="0"/>
                  <a:t>(S3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kumimoji="1" lang="en-US" altLang="zh-CN" baseline="-25000" dirty="0"/>
                  <a:t>S3.dept=S1.dept</a:t>
                </a:r>
                <a:r>
                  <a:rPr kumimoji="1" lang="en-US" altLang="zh-CN" dirty="0"/>
                  <a:t> S1) 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kumimoji="1" lang="en-US" altLang="zh-CN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DE61A1C-BFD0-0650-D64A-B6AD68E63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00" y="1291141"/>
                <a:ext cx="11185742" cy="3693319"/>
              </a:xfrm>
              <a:prstGeom prst="rect">
                <a:avLst/>
              </a:prstGeom>
              <a:blipFill>
                <a:blip r:embed="rId2"/>
                <a:stretch>
                  <a:fillRect l="-340" t="-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6285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3D0807B-BD7F-FA7E-A620-FE025426D9D2}"/>
              </a:ext>
            </a:extLst>
          </p:cNvPr>
          <p:cNvSpPr txBox="1"/>
          <p:nvPr/>
        </p:nvSpPr>
        <p:spPr>
          <a:xfrm>
            <a:off x="10672175" y="0"/>
            <a:ext cx="15198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b="1" dirty="0"/>
              <a:t>Q10</a:t>
            </a:r>
            <a:endParaRPr kumimoji="1" lang="zh-CN" altLang="en-US" sz="5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DE61A1C-BFD0-0650-D64A-B6AD68E636F5}"/>
                  </a:ext>
                </a:extLst>
              </p:cNvPr>
              <p:cNvSpPr txBox="1"/>
              <p:nvPr/>
            </p:nvSpPr>
            <p:spPr>
              <a:xfrm>
                <a:off x="0" y="1582340"/>
                <a:ext cx="12192000" cy="369331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1)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kumimoji="1" lang="en-US" altLang="zh-CN" dirty="0"/>
                  <a:t>S:=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en-US" altLang="zh-CN" baseline="-25000" dirty="0"/>
                  <a:t>committee</a:t>
                </a:r>
                <a:r>
                  <a:rPr kumimoji="1" lang="en-US" altLang="zh-CN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kumimoji="1" lang="en-US" altLang="zh-CN" baseline="-25000" dirty="0"/>
                  <a:t>country=‘York’</a:t>
                </a:r>
                <a:r>
                  <a:rPr kumimoji="1" lang="en-US" altLang="zh-CN" dirty="0"/>
                  <a:t>(Representative) )</a:t>
                </a:r>
                <a:r>
                  <a:rPr kumimoji="1" lang="zh-CN" altLang="en-US" dirty="0"/>
                  <a:t>  </a:t>
                </a:r>
                <a:r>
                  <a:rPr kumimoji="1" lang="en-US" altLang="zh-CN" dirty="0"/>
                  <a:t>D:=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en-US" altLang="zh-CN" baseline="-25000" dirty="0"/>
                  <a:t>president</a:t>
                </a:r>
                <a:r>
                  <a:rPr kumimoji="1" lang="en-US" altLang="zh-CN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dirty="0" err="1"/>
                  <a:t>Committies</a:t>
                </a:r>
                <a:r>
                  <a:rPr kumimoji="1" lang="en-US" altLang="zh-CN" dirty="0"/>
                  <a:t>)</a:t>
                </a:r>
              </a:p>
              <a:p>
                <a:r>
                  <a:rPr kumimoji="1" lang="en-US" altLang="zh-CN" dirty="0"/>
                  <a:t>	</a:t>
                </a:r>
                <a:r>
                  <a:rPr kumimoji="1" lang="el-GR" altLang="zh-CN" dirty="0"/>
                  <a:t>π</a:t>
                </a:r>
                <a:r>
                  <a:rPr kumimoji="1" lang="en-US" altLang="zh-CN" baseline="-25000" dirty="0" err="1"/>
                  <a:t>firstname</a:t>
                </a:r>
                <a:r>
                  <a:rPr kumimoji="1" lang="en-US" altLang="zh-CN" baseline="-25000" dirty="0"/>
                  <a:t>, surname</a:t>
                </a:r>
                <a:r>
                  <a:rPr kumimoji="1" lang="en-US" altLang="zh-CN" dirty="0"/>
                  <a:t>(</a:t>
                </a:r>
                <a:r>
                  <a:rPr kumimoji="1" lang="en-US" altLang="zh-CN" dirty="0" err="1"/>
                  <a:t>D⋈</a:t>
                </a:r>
                <a:r>
                  <a:rPr kumimoji="1" lang="en-US" altLang="zh-CN" baseline="-25000" dirty="0" err="1"/>
                  <a:t>D.president</a:t>
                </a:r>
                <a:r>
                  <a:rPr kumimoji="1" lang="en-US" altLang="zh-CN" baseline="-25000" dirty="0"/>
                  <a:t>=</a:t>
                </a:r>
                <a:r>
                  <a:rPr kumimoji="1" lang="en-US" altLang="zh-CN" baseline="-25000" dirty="0" err="1"/>
                  <a:t>Representative.number</a:t>
                </a:r>
                <a:r>
                  <a:rPr kumimoji="1" lang="en-US" altLang="zh-CN" baseline="-25000" dirty="0"/>
                  <a:t> </a:t>
                </a:r>
                <a:r>
                  <a:rPr kumimoji="1" lang="en-US" altLang="zh-CN" dirty="0"/>
                  <a:t>Representative)</a:t>
                </a:r>
              </a:p>
              <a:p>
                <a:endParaRPr kumimoji="1" lang="en-US" altLang="zh-CN" dirty="0"/>
              </a:p>
              <a:p>
                <a:pPr marL="342900" indent="-342900">
                  <a:buAutoNum type="arabicPeriod" startAt="2"/>
                </a:pPr>
                <a:r>
                  <a:rPr kumimoji="1" lang="en-US" altLang="zh-CN" dirty="0"/>
                  <a:t>S:= </a:t>
                </a:r>
                <a:r>
                  <a:rPr kumimoji="1" lang="el-GR" altLang="zh-CN" dirty="0"/>
                  <a:t>σ</a:t>
                </a:r>
                <a:r>
                  <a:rPr kumimoji="1" lang="en-US" altLang="zh-CN" baseline="-25000" dirty="0"/>
                  <a:t>name= ′Finance ′</a:t>
                </a:r>
                <a:r>
                  <a:rPr kumimoji="1" lang="en-US" altLang="zh-CN" dirty="0"/>
                  <a:t>(</a:t>
                </a:r>
                <a:r>
                  <a:rPr kumimoji="1" lang="en-US" altLang="zh-CN" dirty="0" err="1"/>
                  <a:t>Committies</a:t>
                </a:r>
                <a:r>
                  <a:rPr kumimoji="1" lang="en-US" altLang="zh-CN" dirty="0"/>
                  <a:t>)</a:t>
                </a:r>
              </a:p>
              <a:p>
                <a:r>
                  <a:rPr kumimoji="1" lang="en-US" altLang="zh-CN" dirty="0"/>
                  <a:t>	</a:t>
                </a:r>
                <a:r>
                  <a:rPr kumimoji="1" lang="el-GR" altLang="zh-CN" dirty="0"/>
                  <a:t>π</a:t>
                </a:r>
                <a:r>
                  <a:rPr kumimoji="1" lang="en-US" altLang="zh-CN" baseline="-25000" dirty="0" err="1"/>
                  <a:t>firstname</a:t>
                </a:r>
                <a:r>
                  <a:rPr kumimoji="1" lang="en-US" altLang="zh-CN" baseline="-25000" dirty="0"/>
                  <a:t>, surname</a:t>
                </a:r>
                <a:r>
                  <a:rPr kumimoji="1" lang="en-US" altLang="zh-CN" dirty="0"/>
                  <a:t> (S⋈ </a:t>
                </a:r>
                <a:r>
                  <a:rPr kumimoji="1" lang="en-US" altLang="zh-CN" baseline="-25000" dirty="0" err="1"/>
                  <a:t>S.number</a:t>
                </a:r>
                <a:r>
                  <a:rPr kumimoji="1" lang="en-US" altLang="zh-CN" baseline="-25000" dirty="0"/>
                  <a:t>=</a:t>
                </a:r>
                <a:r>
                  <a:rPr kumimoji="1" lang="en-US" altLang="zh-CN" baseline="-25000" dirty="0" err="1"/>
                  <a:t>Representative.committee</a:t>
                </a:r>
                <a:r>
                  <a:rPr kumimoji="1" lang="zh-CN" altLang="en-US" baseline="-25000" dirty="0"/>
                  <a:t> </a:t>
                </a:r>
                <a:r>
                  <a:rPr kumimoji="1" lang="en-US" altLang="zh-CN" dirty="0"/>
                  <a:t>Representative)</a:t>
                </a:r>
              </a:p>
              <a:p>
                <a:endParaRPr kumimoji="1" lang="en-US" altLang="zh-CN" dirty="0"/>
              </a:p>
              <a:p>
                <a:pPr marL="342900" indent="-342900">
                  <a:buAutoNum type="arabicPeriod" startAt="3"/>
                </a:pPr>
                <a:r>
                  <a:rPr kumimoji="1" lang="en-US" altLang="zh-CN" dirty="0"/>
                  <a:t>S:= </a:t>
                </a:r>
                <a:r>
                  <a:rPr kumimoji="1" lang="el-GR" altLang="zh-CN" dirty="0"/>
                  <a:t>σ</a:t>
                </a:r>
                <a:r>
                  <a:rPr kumimoji="1" lang="en-US" altLang="zh-CN" baseline="-25000" dirty="0"/>
                  <a:t>name= ′Finance ′</a:t>
                </a:r>
                <a:r>
                  <a:rPr kumimoji="1" lang="en-US" altLang="zh-CN" dirty="0"/>
                  <a:t>(</a:t>
                </a:r>
                <a:r>
                  <a:rPr kumimoji="1" lang="en-US" altLang="zh-CN" dirty="0" err="1"/>
                  <a:t>Committies</a:t>
                </a:r>
                <a:r>
                  <a:rPr kumimoji="1" lang="en-US" altLang="zh-CN" dirty="0"/>
                  <a:t>). D:=S⋈ </a:t>
                </a:r>
                <a:r>
                  <a:rPr kumimoji="1" lang="en-US" altLang="zh-CN" baseline="-25000" dirty="0" err="1"/>
                  <a:t>S.number</a:t>
                </a:r>
                <a:r>
                  <a:rPr kumimoji="1" lang="en-US" altLang="zh-CN" baseline="-25000" dirty="0"/>
                  <a:t>=</a:t>
                </a:r>
                <a:r>
                  <a:rPr kumimoji="1" lang="en-US" altLang="zh-CN" baseline="-25000" dirty="0" err="1"/>
                  <a:t>Representative.committee</a:t>
                </a:r>
                <a:r>
                  <a:rPr kumimoji="1" lang="zh-CN" altLang="en-US" baseline="-25000" dirty="0"/>
                  <a:t> </a:t>
                </a:r>
                <a:r>
                  <a:rPr kumimoji="1" lang="en-US" altLang="zh-CN" dirty="0"/>
                  <a:t>Representative K:=</a:t>
                </a:r>
                <a:r>
                  <a:rPr kumimoji="1" lang="en-US" altLang="zh-CN" dirty="0" err="1"/>
                  <a:t>D⋈</a:t>
                </a:r>
                <a:r>
                  <a:rPr kumimoji="1" lang="en-US" altLang="zh-CN" baseline="-25000" dirty="0" err="1"/>
                  <a:t>D.county</a:t>
                </a:r>
                <a:r>
                  <a:rPr kumimoji="1" lang="en-US" altLang="zh-CN" baseline="-25000" dirty="0"/>
                  <a:t>=</a:t>
                </a:r>
                <a:r>
                  <a:rPr kumimoji="1" lang="en-US" altLang="zh-CN" baseline="-25000" dirty="0" err="1"/>
                  <a:t>Counties.code</a:t>
                </a:r>
                <a:r>
                  <a:rPr kumimoji="1" lang="en-US" altLang="zh-CN" dirty="0" err="1"/>
                  <a:t>Counties</a:t>
                </a:r>
                <a:endParaRPr kumimoji="1" lang="en-US" altLang="zh-CN" dirty="0"/>
              </a:p>
              <a:p>
                <a:r>
                  <a:rPr kumimoji="1" lang="en-US" altLang="zh-CN" dirty="0"/>
                  <a:t>	</a:t>
                </a:r>
                <a:r>
                  <a:rPr kumimoji="1" lang="el-GR" altLang="zh-CN" dirty="0"/>
                  <a:t>π </a:t>
                </a:r>
                <a:r>
                  <a:rPr kumimoji="1" lang="en-US" altLang="zh-CN" baseline="-25000" dirty="0" err="1"/>
                  <a:t>firstname</a:t>
                </a:r>
                <a:r>
                  <a:rPr kumimoji="1" lang="en-US" altLang="zh-CN" baseline="-25000" dirty="0"/>
                  <a:t>, surname, county, region</a:t>
                </a:r>
                <a:r>
                  <a:rPr kumimoji="1" lang="en-US" altLang="zh-CN" dirty="0"/>
                  <a:t>(K)</a:t>
                </a:r>
              </a:p>
              <a:p>
                <a:endParaRPr kumimoji="1" lang="en-US" altLang="zh-CN" dirty="0"/>
              </a:p>
              <a:p>
                <a:pPr marL="342900" indent="-342900">
                  <a:buAutoNum type="arabicPeriod" startAt="4"/>
                </a:pPr>
                <a:r>
                  <a:rPr kumimoji="1" lang="en-US" altLang="zh-CN" dirty="0"/>
                  <a:t>S:= </a:t>
                </a:r>
                <a:r>
                  <a:rPr kumimoji="1" lang="en-CA" altLang="zh-CN" dirty="0"/>
                  <a:t>Representative</a:t>
                </a:r>
                <a:r>
                  <a:rPr kumimoji="1" lang="en-US" altLang="zh-CN" dirty="0"/>
                  <a:t> ⋈ </a:t>
                </a:r>
                <a:r>
                  <a:rPr kumimoji="1" lang="en-US" altLang="zh-CN" baseline="-25000" dirty="0" err="1"/>
                  <a:t>Representative.country</a:t>
                </a:r>
                <a:r>
                  <a:rPr kumimoji="1" lang="en-US" altLang="zh-CN" baseline="-25000" dirty="0"/>
                  <a:t> = </a:t>
                </a:r>
                <a:r>
                  <a:rPr kumimoji="1" lang="en-US" altLang="zh-CN" baseline="-25000" dirty="0" err="1"/>
                  <a:t>Countries.code</a:t>
                </a:r>
                <a:r>
                  <a:rPr kumimoji="1" lang="en-US" altLang="zh-CN" dirty="0" err="1"/>
                  <a:t>Countries</a:t>
                </a:r>
                <a:endParaRPr kumimoji="1" lang="en-CA" altLang="zh-CN" dirty="0"/>
              </a:p>
              <a:p>
                <a:r>
                  <a:rPr kumimoji="1" lang="en-CA" altLang="zh-CN" dirty="0"/>
                  <a:t>     </a:t>
                </a:r>
                <a:r>
                  <a:rPr kumimoji="1" lang="en-US" altLang="zh-CN" dirty="0"/>
                  <a:t>S1 := S</a:t>
                </a:r>
                <a:endParaRPr kumimoji="1" lang="en-CA" altLang="zh-CN" dirty="0"/>
              </a:p>
              <a:p>
                <a:r>
                  <a:rPr kumimoji="1" lang="en-CA" altLang="zh-CN" dirty="0"/>
                  <a:t>	</a:t>
                </a:r>
                <a:r>
                  <a:rPr kumimoji="1" lang="el-GR" altLang="zh-CN" dirty="0"/>
                  <a:t>π </a:t>
                </a:r>
                <a:r>
                  <a:rPr kumimoji="1" lang="en-CA" altLang="zh-CN" baseline="-25000" dirty="0"/>
                  <a:t>region</a:t>
                </a:r>
                <a:r>
                  <a:rPr kumimoji="1" lang="en-CA" altLang="zh-CN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kumimoji="1" lang="en-CA" altLang="zh-CN" baseline="-25000" dirty="0" err="1"/>
                  <a:t>S.surname</a:t>
                </a:r>
                <a:r>
                  <a:rPr kumimoji="1" lang="en-CA" altLang="zh-CN" baseline="-25000" dirty="0"/>
                  <a:t>=S1.surname</a:t>
                </a:r>
                <a:r>
                  <a:rPr kumimoji="1" lang="en-CA" altLang="zh-CN" dirty="0"/>
                  <a:t>)</a:t>
                </a:r>
                <a:r>
                  <a:rPr kumimoji="1" lang="en-US" altLang="zh-CN" baseline="-25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</m:t>
                    </m:r>
                    <m:r>
                      <m:rPr>
                        <m:sty m:val="p"/>
                      </m:rPr>
                      <a:rPr kumimoji="1" lang="en-US" altLang="zh-CN" b="0" i="0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kumimoji="1" lang="en-US" altLang="zh-CN" b="0" i="0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kumimoji="1" lang="en-US" altLang="zh-CN" b="0" i="0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number</m:t>
                    </m:r>
                  </m:oMath>
                </a14:m>
                <a:r>
                  <a:rPr kumimoji="1" lang="en-US" altLang="zh-CN" baseline="-25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kumimoji="1" lang="en-US" altLang="zh-CN" b="0" i="0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kumimoji="1" lang="en-US" altLang="zh-CN" b="0" i="0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</m:t>
                    </m:r>
                    <m:r>
                      <m:rPr>
                        <m:sty m:val="p"/>
                      </m:rPr>
                      <a:rPr kumimoji="1" lang="en-US" altLang="zh-CN" b="0" i="0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number</m:t>
                    </m:r>
                  </m:oMath>
                </a14:m>
                <a:r>
                  <a:rPr kumimoji="1" lang="en-US" altLang="zh-CN"/>
                  <a:t>(S </a:t>
                </a:r>
                <a:r>
                  <a:rPr lang="en-US" altLang="zh-CN"/>
                  <a:t>× S1)</a:t>
                </a:r>
                <a:endParaRPr kumimoji="1" lang="en-US" altLang="zh-CN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DE61A1C-BFD0-0650-D64A-B6AD68E63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82340"/>
                <a:ext cx="12192000" cy="3693319"/>
              </a:xfrm>
              <a:prstGeom prst="rect">
                <a:avLst/>
              </a:prstGeom>
              <a:blipFill>
                <a:blip r:embed="rId2"/>
                <a:stretch>
                  <a:fillRect l="-312" t="-683" b="-13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8769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2163</Words>
  <Application>Microsoft Macintosh PowerPoint</Application>
  <PresentationFormat>宽屏</PresentationFormat>
  <Paragraphs>317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等线 Light</vt:lpstr>
      <vt:lpstr>Arial</vt:lpstr>
      <vt:lpstr>Cambria Math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Changze Wu</dc:creator>
  <cp:lastModifiedBy>Changze Wu</cp:lastModifiedBy>
  <cp:revision>6</cp:revision>
  <dcterms:created xsi:type="dcterms:W3CDTF">2024-06-17T18:29:25Z</dcterms:created>
  <dcterms:modified xsi:type="dcterms:W3CDTF">2024-06-18T03:22:27Z</dcterms:modified>
</cp:coreProperties>
</file>